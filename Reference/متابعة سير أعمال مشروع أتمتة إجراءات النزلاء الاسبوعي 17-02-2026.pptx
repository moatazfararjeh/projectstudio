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6"/>
    <p:sldMasterId id="2147483673" r:id="rId7"/>
  </p:sldMasterIdLst>
  <p:notesMasterIdLst>
    <p:notesMasterId r:id="rId25"/>
  </p:notesMasterIdLst>
  <p:handoutMasterIdLst>
    <p:handoutMasterId r:id="rId26"/>
  </p:handoutMasterIdLst>
  <p:sldIdLst>
    <p:sldId id="524" r:id="rId8"/>
    <p:sldId id="261" r:id="rId9"/>
    <p:sldId id="269" r:id="rId10"/>
    <p:sldId id="624" r:id="rId11"/>
    <p:sldId id="649" r:id="rId12"/>
    <p:sldId id="652" r:id="rId13"/>
    <p:sldId id="654" r:id="rId14"/>
    <p:sldId id="655" r:id="rId15"/>
    <p:sldId id="642" r:id="rId16"/>
    <p:sldId id="651" r:id="rId17"/>
    <p:sldId id="657" r:id="rId18"/>
    <p:sldId id="644" r:id="rId19"/>
    <p:sldId id="653" r:id="rId20"/>
    <p:sldId id="558" r:id="rId21"/>
    <p:sldId id="575" r:id="rId22"/>
    <p:sldId id="659" r:id="rId23"/>
    <p:sldId id="564" r:id="rId24"/>
  </p:sldIdLst>
  <p:sldSz cx="12192000" cy="6858000"/>
  <p:notesSz cx="7023100" cy="9309100"/>
  <p:embeddedFontLst>
    <p:embeddedFont>
      <p:font typeface="Microsoft Sans Serif" panose="020B0604020202020204" pitchFamily="34" charset="0"/>
      <p:regular r:id="rId27"/>
    </p:embeddedFont>
    <p:embeddedFont>
      <p:font typeface="Sakkal Majalla" panose="02000000000000000000" pitchFamily="2" charset="-78"/>
      <p:regular r:id="rId28"/>
      <p:bold r:id="rId29"/>
    </p:embeddedFont>
    <p:embeddedFont>
      <p:font typeface="Tahoma" panose="020B0604030504040204" pitchFamily="34" charset="0"/>
      <p:regular r:id="rId30"/>
      <p:bold r:id="rId31"/>
    </p:embeddedFont>
    <p:embeddedFont>
      <p:font typeface="Tajawal" panose="020B0604020202020204" charset="-78"/>
      <p:regular r:id="rId32"/>
      <p:bold r:id="rId33"/>
    </p:embeddedFont>
  </p:embeddedFontLst>
  <p:custDataLst>
    <p:tags r:id="rId3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32997AE-031E-0884-9555-02638A0E2F55}" name="Abdallah Mohamed Khalil" initials="AK" userId="S::amkhalil@Netways.com::8b739f67-3b57-461e-9c43-a55b95a0c3e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irij Qureshi" initials="EQ" lastIdx="1" clrIdx="0">
    <p:extLst>
      <p:ext uri="{19B8F6BF-5375-455C-9EA6-DF929625EA0E}">
        <p15:presenceInfo xmlns:p15="http://schemas.microsoft.com/office/powerpoint/2012/main" userId="a871a3c7f7e29ee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00ABC8"/>
    <a:srgbClr val="92D050"/>
    <a:srgbClr val="FFC000"/>
    <a:srgbClr val="048B96"/>
    <a:srgbClr val="E5E8EC"/>
    <a:srgbClr val="FF0000"/>
    <a:srgbClr val="F04C3E"/>
    <a:srgbClr val="F2F2F2"/>
    <a:srgbClr val="A6A6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4D433B-F022-4472-966F-3097B7EC69CA}" v="36" dt="2026-02-16T14:57:16.6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99" autoAdjust="0"/>
    <p:restoredTop sz="94660"/>
  </p:normalViewPr>
  <p:slideViewPr>
    <p:cSldViewPr snapToGrid="0">
      <p:cViewPr varScale="1">
        <p:scale>
          <a:sx n="78" d="100"/>
          <a:sy n="78" d="100"/>
        </p:scale>
        <p:origin x="835" y="6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handoutMaster" Target="handoutMasters/handoutMaster1.xml"/><Relationship Id="rId39" Type="http://schemas.openxmlformats.org/officeDocument/2006/relationships/tableStyles" Target="tableStyles.xml"/><Relationship Id="rId21" Type="http://schemas.openxmlformats.org/officeDocument/2006/relationships/slide" Target="slides/slide14.xml"/><Relationship Id="rId34" Type="http://schemas.openxmlformats.org/officeDocument/2006/relationships/tags" Target="tags/tag1.xml"/><Relationship Id="rId42" Type="http://schemas.microsoft.com/office/2018/10/relationships/authors" Target="authors.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font" Target="fonts/font3.fntdata"/><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font" Target="fonts/font6.fntdata"/><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font" Target="fonts/font2.fntdata"/><Relationship Id="rId36" Type="http://schemas.openxmlformats.org/officeDocument/2006/relationships/presProps" Target="pres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font" Target="fonts/font5.fntdata"/><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commentAuthors" Target="commentAuthor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notesMaster" Target="notesMasters/notesMaster1.xml"/><Relationship Id="rId33" Type="http://schemas.openxmlformats.org/officeDocument/2006/relationships/font" Target="fonts/font7.fntdata"/><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wah Hussain Alsindi" userId="c1bc28ca-6765-4eec-a781-f309101c12bc" providerId="ADAL" clId="{96855EEF-D02A-4BAB-8DA2-8961F4FF6563}"/>
    <pc:docChg chg="undo redo custSel addSld delSld modSld">
      <pc:chgData name="Tawah Hussain Alsindi" userId="c1bc28ca-6765-4eec-a781-f309101c12bc" providerId="ADAL" clId="{96855EEF-D02A-4BAB-8DA2-8961F4FF6563}" dt="2026-02-16T14:57:30.240" v="7694" actId="1076"/>
      <pc:docMkLst>
        <pc:docMk/>
      </pc:docMkLst>
      <pc:sldChg chg="modSp mod">
        <pc:chgData name="Tawah Hussain Alsindi" userId="c1bc28ca-6765-4eec-a781-f309101c12bc" providerId="ADAL" clId="{96855EEF-D02A-4BAB-8DA2-8961F4FF6563}" dt="2026-02-16T13:29:33.817" v="7432" actId="20577"/>
        <pc:sldMkLst>
          <pc:docMk/>
          <pc:sldMk cId="750487480" sldId="524"/>
        </pc:sldMkLst>
        <pc:spChg chg="mod">
          <ac:chgData name="Tawah Hussain Alsindi" userId="c1bc28ca-6765-4eec-a781-f309101c12bc" providerId="ADAL" clId="{96855EEF-D02A-4BAB-8DA2-8961F4FF6563}" dt="2026-02-16T13:29:33.817" v="7432" actId="20577"/>
          <ac:spMkLst>
            <pc:docMk/>
            <pc:sldMk cId="750487480" sldId="524"/>
            <ac:spMk id="4" creationId="{BA79F6D3-8195-0D0E-6BF8-B156228576D7}"/>
          </ac:spMkLst>
        </pc:spChg>
      </pc:sldChg>
      <pc:sldChg chg="addSp delSp modSp mod">
        <pc:chgData name="Tawah Hussain Alsindi" userId="c1bc28ca-6765-4eec-a781-f309101c12bc" providerId="ADAL" clId="{96855EEF-D02A-4BAB-8DA2-8961F4FF6563}" dt="2026-02-16T14:56:19.069" v="7685" actId="20577"/>
        <pc:sldMkLst>
          <pc:docMk/>
          <pc:sldMk cId="3053503613" sldId="575"/>
        </pc:sldMkLst>
        <pc:graphicFrameChg chg="mod modGraphic">
          <ac:chgData name="Tawah Hussain Alsindi" userId="c1bc28ca-6765-4eec-a781-f309101c12bc" providerId="ADAL" clId="{96855EEF-D02A-4BAB-8DA2-8961F4FF6563}" dt="2026-02-16T14:56:19.069" v="7685" actId="20577"/>
          <ac:graphicFrameMkLst>
            <pc:docMk/>
            <pc:sldMk cId="3053503613" sldId="575"/>
            <ac:graphicFrameMk id="8" creationId="{05D7F4BF-25A8-8B76-1AFA-DC45F3097A9E}"/>
          </ac:graphicFrameMkLst>
        </pc:graphicFrameChg>
      </pc:sldChg>
      <pc:sldChg chg="addSp delSp modSp mod">
        <pc:chgData name="Tawah Hussain Alsindi" userId="c1bc28ca-6765-4eec-a781-f309101c12bc" providerId="ADAL" clId="{96855EEF-D02A-4BAB-8DA2-8961F4FF6563}" dt="2026-02-16T13:53:58.384" v="7562" actId="20577"/>
        <pc:sldMkLst>
          <pc:docMk/>
          <pc:sldMk cId="1907069742" sldId="624"/>
        </pc:sldMkLst>
        <pc:spChg chg="mod">
          <ac:chgData name="Tawah Hussain Alsindi" userId="c1bc28ca-6765-4eec-a781-f309101c12bc" providerId="ADAL" clId="{96855EEF-D02A-4BAB-8DA2-8961F4FF6563}" dt="2026-02-16T13:52:45.092" v="7550" actId="403"/>
          <ac:spMkLst>
            <pc:docMk/>
            <pc:sldMk cId="1907069742" sldId="624"/>
            <ac:spMk id="12" creationId="{D5EA350C-508C-44B9-6DE8-8884650C1A05}"/>
          </ac:spMkLst>
        </pc:spChg>
        <pc:spChg chg="mod">
          <ac:chgData name="Tawah Hussain Alsindi" userId="c1bc28ca-6765-4eec-a781-f309101c12bc" providerId="ADAL" clId="{96855EEF-D02A-4BAB-8DA2-8961F4FF6563}" dt="2026-02-02T13:09:48.012" v="5247" actId="1076"/>
          <ac:spMkLst>
            <pc:docMk/>
            <pc:sldMk cId="1907069742" sldId="624"/>
            <ac:spMk id="13" creationId="{68D0917F-3E80-D190-9FE0-3C48306538BB}"/>
          </ac:spMkLst>
        </pc:spChg>
        <pc:spChg chg="mod">
          <ac:chgData name="Tawah Hussain Alsindi" userId="c1bc28ca-6765-4eec-a781-f309101c12bc" providerId="ADAL" clId="{96855EEF-D02A-4BAB-8DA2-8961F4FF6563}" dt="2026-01-26T19:14:57.964" v="4442" actId="14100"/>
          <ac:spMkLst>
            <pc:docMk/>
            <pc:sldMk cId="1907069742" sldId="624"/>
            <ac:spMk id="14" creationId="{B910E0AE-5B61-A5FE-57C1-ED6E64A73C0D}"/>
          </ac:spMkLst>
        </pc:spChg>
        <pc:spChg chg="mod">
          <ac:chgData name="Tawah Hussain Alsindi" userId="c1bc28ca-6765-4eec-a781-f309101c12bc" providerId="ADAL" clId="{96855EEF-D02A-4BAB-8DA2-8961F4FF6563}" dt="2026-02-09T14:51:15.029" v="6153" actId="207"/>
          <ac:spMkLst>
            <pc:docMk/>
            <pc:sldMk cId="1907069742" sldId="624"/>
            <ac:spMk id="16" creationId="{E9EA03C9-FEE5-EC54-07DC-CC73D3FA44CF}"/>
          </ac:spMkLst>
        </pc:spChg>
        <pc:spChg chg="mod">
          <ac:chgData name="Tawah Hussain Alsindi" userId="c1bc28ca-6765-4eec-a781-f309101c12bc" providerId="ADAL" clId="{96855EEF-D02A-4BAB-8DA2-8961F4FF6563}" dt="2026-02-16T13:40:14.670" v="7439" actId="20577"/>
          <ac:spMkLst>
            <pc:docMk/>
            <pc:sldMk cId="1907069742" sldId="624"/>
            <ac:spMk id="32" creationId="{C86E3688-BE1C-4FE5-A185-647B0BEBB56E}"/>
          </ac:spMkLst>
        </pc:spChg>
        <pc:spChg chg="mod">
          <ac:chgData name="Tawah Hussain Alsindi" userId="c1bc28ca-6765-4eec-a781-f309101c12bc" providerId="ADAL" clId="{96855EEF-D02A-4BAB-8DA2-8961F4FF6563}" dt="2026-02-16T13:53:58.384" v="7562" actId="20577"/>
          <ac:spMkLst>
            <pc:docMk/>
            <pc:sldMk cId="1907069742" sldId="624"/>
            <ac:spMk id="37" creationId="{321FC9E7-36AA-E418-9658-F84FBC2E9058}"/>
          </ac:spMkLst>
        </pc:spChg>
        <pc:spChg chg="mod">
          <ac:chgData name="Tawah Hussain Alsindi" userId="c1bc28ca-6765-4eec-a781-f309101c12bc" providerId="ADAL" clId="{96855EEF-D02A-4BAB-8DA2-8961F4FF6563}" dt="2026-01-26T19:14:19.323" v="4437" actId="14100"/>
          <ac:spMkLst>
            <pc:docMk/>
            <pc:sldMk cId="1907069742" sldId="624"/>
            <ac:spMk id="38" creationId="{A36FB2B6-5F36-E703-4CB9-9765537734B8}"/>
          </ac:spMkLst>
        </pc:spChg>
        <pc:grpChg chg="mod">
          <ac:chgData name="Tawah Hussain Alsindi" userId="c1bc28ca-6765-4eec-a781-f309101c12bc" providerId="ADAL" clId="{96855EEF-D02A-4BAB-8DA2-8961F4FF6563}" dt="2026-01-26T19:15:02.518" v="4443" actId="14100"/>
          <ac:grpSpMkLst>
            <pc:docMk/>
            <pc:sldMk cId="1907069742" sldId="624"/>
            <ac:grpSpMk id="11" creationId="{6AADA46A-75F8-4B0E-3D69-58D835D79E55}"/>
          </ac:grpSpMkLst>
        </pc:grpChg>
        <pc:grpChg chg="mod">
          <ac:chgData name="Tawah Hussain Alsindi" userId="c1bc28ca-6765-4eec-a781-f309101c12bc" providerId="ADAL" clId="{96855EEF-D02A-4BAB-8DA2-8961F4FF6563}" dt="2026-02-02T13:07:54.364" v="5223" actId="1076"/>
          <ac:grpSpMkLst>
            <pc:docMk/>
            <pc:sldMk cId="1907069742" sldId="624"/>
            <ac:grpSpMk id="36" creationId="{33BB0C99-6FAA-A109-B1D4-65B88FF85DAE}"/>
          </ac:grpSpMkLst>
        </pc:grpChg>
        <pc:graphicFrameChg chg="add mod">
          <ac:chgData name="Tawah Hussain Alsindi" userId="c1bc28ca-6765-4eec-a781-f309101c12bc" providerId="ADAL" clId="{96855EEF-D02A-4BAB-8DA2-8961F4FF6563}" dt="2026-02-02T13:28:49.874" v="5308"/>
          <ac:graphicFrameMkLst>
            <pc:docMk/>
            <pc:sldMk cId="1907069742" sldId="624"/>
            <ac:graphicFrameMk id="6" creationId="{42977242-2C13-8FA0-6DAB-DF3823391499}"/>
          </ac:graphicFrameMkLst>
        </pc:graphicFrameChg>
      </pc:sldChg>
      <pc:sldChg chg="modSp mod">
        <pc:chgData name="Tawah Hussain Alsindi" userId="c1bc28ca-6765-4eec-a781-f309101c12bc" providerId="ADAL" clId="{96855EEF-D02A-4BAB-8DA2-8961F4FF6563}" dt="2026-02-16T14:57:30.240" v="7694" actId="1076"/>
        <pc:sldMkLst>
          <pc:docMk/>
          <pc:sldMk cId="2449007715" sldId="644"/>
        </pc:sldMkLst>
        <pc:spChg chg="mod">
          <ac:chgData name="Tawah Hussain Alsindi" userId="c1bc28ca-6765-4eec-a781-f309101c12bc" providerId="ADAL" clId="{96855EEF-D02A-4BAB-8DA2-8961F4FF6563}" dt="2026-01-19T21:02:07.244" v="2866" actId="207"/>
          <ac:spMkLst>
            <pc:docMk/>
            <pc:sldMk cId="2449007715" sldId="644"/>
            <ac:spMk id="6" creationId="{279F4DB6-5D83-DCC6-2FC3-5C5FE10EFDB7}"/>
          </ac:spMkLst>
        </pc:spChg>
        <pc:spChg chg="mod">
          <ac:chgData name="Tawah Hussain Alsindi" userId="c1bc28ca-6765-4eec-a781-f309101c12bc" providerId="ADAL" clId="{96855EEF-D02A-4BAB-8DA2-8961F4FF6563}" dt="2026-02-02T13:37:16.884" v="5409" actId="207"/>
          <ac:spMkLst>
            <pc:docMk/>
            <pc:sldMk cId="2449007715" sldId="644"/>
            <ac:spMk id="7" creationId="{DA38ADC0-1857-B10A-E852-F75EF8268107}"/>
          </ac:spMkLst>
        </pc:spChg>
        <pc:spChg chg="mod">
          <ac:chgData name="Tawah Hussain Alsindi" userId="c1bc28ca-6765-4eec-a781-f309101c12bc" providerId="ADAL" clId="{96855EEF-D02A-4BAB-8DA2-8961F4FF6563}" dt="2026-02-02T13:37:03.511" v="5408" actId="207"/>
          <ac:spMkLst>
            <pc:docMk/>
            <pc:sldMk cId="2449007715" sldId="644"/>
            <ac:spMk id="8" creationId="{B32A1CA9-26DD-27CF-CA62-3AB41B0C2281}"/>
          </ac:spMkLst>
        </pc:spChg>
        <pc:spChg chg="mod">
          <ac:chgData name="Tawah Hussain Alsindi" userId="c1bc28ca-6765-4eec-a781-f309101c12bc" providerId="ADAL" clId="{96855EEF-D02A-4BAB-8DA2-8961F4FF6563}" dt="2026-02-09T14:52:06.327" v="6156" actId="207"/>
          <ac:spMkLst>
            <pc:docMk/>
            <pc:sldMk cId="2449007715" sldId="644"/>
            <ac:spMk id="9" creationId="{FFD265A0-72AE-5EA3-0361-C564D90D85FD}"/>
          </ac:spMkLst>
        </pc:spChg>
        <pc:spChg chg="mod">
          <ac:chgData name="Tawah Hussain Alsindi" userId="c1bc28ca-6765-4eec-a781-f309101c12bc" providerId="ADAL" clId="{96855EEF-D02A-4BAB-8DA2-8961F4FF6563}" dt="2026-02-09T14:55:38.377" v="6193" actId="207"/>
          <ac:spMkLst>
            <pc:docMk/>
            <pc:sldMk cId="2449007715" sldId="644"/>
            <ac:spMk id="10" creationId="{836654E2-295C-ACFF-7220-7A9C41EBF3C1}"/>
          </ac:spMkLst>
        </pc:spChg>
        <pc:spChg chg="mod">
          <ac:chgData name="Tawah Hussain Alsindi" userId="c1bc28ca-6765-4eec-a781-f309101c12bc" providerId="ADAL" clId="{96855EEF-D02A-4BAB-8DA2-8961F4FF6563}" dt="2026-02-09T14:54:40.151" v="6176" actId="1076"/>
          <ac:spMkLst>
            <pc:docMk/>
            <pc:sldMk cId="2449007715" sldId="644"/>
            <ac:spMk id="13" creationId="{26B3F02C-8808-FC22-5AB2-9C369725F435}"/>
          </ac:spMkLst>
        </pc:spChg>
        <pc:spChg chg="mod">
          <ac:chgData name="Tawah Hussain Alsindi" userId="c1bc28ca-6765-4eec-a781-f309101c12bc" providerId="ADAL" clId="{96855EEF-D02A-4BAB-8DA2-8961F4FF6563}" dt="2026-02-09T14:54:29.599" v="6174" actId="207"/>
          <ac:spMkLst>
            <pc:docMk/>
            <pc:sldMk cId="2449007715" sldId="644"/>
            <ac:spMk id="18" creationId="{19B87885-D964-CF4C-D578-407CAF89367A}"/>
          </ac:spMkLst>
        </pc:spChg>
        <pc:spChg chg="mod">
          <ac:chgData name="Tawah Hussain Alsindi" userId="c1bc28ca-6765-4eec-a781-f309101c12bc" providerId="ADAL" clId="{96855EEF-D02A-4BAB-8DA2-8961F4FF6563}" dt="2026-02-09T14:55:01.220" v="6177" actId="207"/>
          <ac:spMkLst>
            <pc:docMk/>
            <pc:sldMk cId="2449007715" sldId="644"/>
            <ac:spMk id="25" creationId="{1CD3558B-4923-A703-212F-5AA8EFD359F6}"/>
          </ac:spMkLst>
        </pc:spChg>
        <pc:spChg chg="mod">
          <ac:chgData name="Tawah Hussain Alsindi" userId="c1bc28ca-6765-4eec-a781-f309101c12bc" providerId="ADAL" clId="{96855EEF-D02A-4BAB-8DA2-8961F4FF6563}" dt="2026-02-09T14:54:40.151" v="6176" actId="1076"/>
          <ac:spMkLst>
            <pc:docMk/>
            <pc:sldMk cId="2449007715" sldId="644"/>
            <ac:spMk id="32" creationId="{AAE05718-DE63-0989-B068-CFE810CED69E}"/>
          </ac:spMkLst>
        </pc:spChg>
        <pc:graphicFrameChg chg="mod modGraphic">
          <ac:chgData name="Tawah Hussain Alsindi" userId="c1bc28ca-6765-4eec-a781-f309101c12bc" providerId="ADAL" clId="{96855EEF-D02A-4BAB-8DA2-8961F4FF6563}" dt="2026-02-16T14:57:16.657" v="7693"/>
          <ac:graphicFrameMkLst>
            <pc:docMk/>
            <pc:sldMk cId="2449007715" sldId="644"/>
            <ac:graphicFrameMk id="2" creationId="{E73A39C3-F7DF-D37B-25E5-FC6A691DEC46}"/>
          </ac:graphicFrameMkLst>
        </pc:graphicFrameChg>
        <pc:cxnChg chg="mod">
          <ac:chgData name="Tawah Hussain Alsindi" userId="c1bc28ca-6765-4eec-a781-f309101c12bc" providerId="ADAL" clId="{96855EEF-D02A-4BAB-8DA2-8961F4FF6563}" dt="2026-02-16T14:57:30.240" v="7694" actId="1076"/>
          <ac:cxnSpMkLst>
            <pc:docMk/>
            <pc:sldMk cId="2449007715" sldId="644"/>
            <ac:cxnSpMk id="12" creationId="{FFA115D3-BFD3-7910-5C66-34B7496042EA}"/>
          </ac:cxnSpMkLst>
        </pc:cxnChg>
      </pc:sldChg>
      <pc:sldChg chg="modSp mod">
        <pc:chgData name="Tawah Hussain Alsindi" userId="c1bc28ca-6765-4eec-a781-f309101c12bc" providerId="ADAL" clId="{96855EEF-D02A-4BAB-8DA2-8961F4FF6563}" dt="2026-02-16T13:57:47.395" v="7569" actId="20577"/>
        <pc:sldMkLst>
          <pc:docMk/>
          <pc:sldMk cId="2611130725" sldId="649"/>
        </pc:sldMkLst>
        <pc:spChg chg="mod">
          <ac:chgData name="Tawah Hussain Alsindi" userId="c1bc28ca-6765-4eec-a781-f309101c12bc" providerId="ADAL" clId="{96855EEF-D02A-4BAB-8DA2-8961F4FF6563}" dt="2026-01-27T07:02:39.159" v="4854" actId="207"/>
          <ac:spMkLst>
            <pc:docMk/>
            <pc:sldMk cId="2611130725" sldId="649"/>
            <ac:spMk id="3" creationId="{9C68C2E7-E0E4-FD3C-5F97-484D58AACCE0}"/>
          </ac:spMkLst>
        </pc:spChg>
        <pc:spChg chg="mod">
          <ac:chgData name="Tawah Hussain Alsindi" userId="c1bc28ca-6765-4eec-a781-f309101c12bc" providerId="ADAL" clId="{96855EEF-D02A-4BAB-8DA2-8961F4FF6563}" dt="2026-01-20T15:16:24.372" v="3072" actId="207"/>
          <ac:spMkLst>
            <pc:docMk/>
            <pc:sldMk cId="2611130725" sldId="649"/>
            <ac:spMk id="4" creationId="{2B0E5C9D-2D29-9354-2D93-A640AA4D65B7}"/>
          </ac:spMkLst>
        </pc:spChg>
        <pc:spChg chg="mod">
          <ac:chgData name="Tawah Hussain Alsindi" userId="c1bc28ca-6765-4eec-a781-f309101c12bc" providerId="ADAL" clId="{96855EEF-D02A-4BAB-8DA2-8961F4FF6563}" dt="2026-01-20T15:16:29.478" v="3073" actId="207"/>
          <ac:spMkLst>
            <pc:docMk/>
            <pc:sldMk cId="2611130725" sldId="649"/>
            <ac:spMk id="5" creationId="{12B37840-7DD7-3ACD-7BAA-463CF25AD39B}"/>
          </ac:spMkLst>
        </pc:spChg>
        <pc:spChg chg="mod">
          <ac:chgData name="Tawah Hussain Alsindi" userId="c1bc28ca-6765-4eec-a781-f309101c12bc" providerId="ADAL" clId="{96855EEF-D02A-4BAB-8DA2-8961F4FF6563}" dt="2026-01-26T18:09:54.260" v="3692" actId="207"/>
          <ac:spMkLst>
            <pc:docMk/>
            <pc:sldMk cId="2611130725" sldId="649"/>
            <ac:spMk id="19" creationId="{F8184CDE-1077-39C5-7D66-DA741B3E1ACC}"/>
          </ac:spMkLst>
        </pc:spChg>
        <pc:spChg chg="mod">
          <ac:chgData name="Tawah Hussain Alsindi" userId="c1bc28ca-6765-4eec-a781-f309101c12bc" providerId="ADAL" clId="{96855EEF-D02A-4BAB-8DA2-8961F4FF6563}" dt="2026-01-26T18:12:23.550" v="3703" actId="1076"/>
          <ac:spMkLst>
            <pc:docMk/>
            <pc:sldMk cId="2611130725" sldId="649"/>
            <ac:spMk id="20" creationId="{E787BB2B-6B36-008D-11EB-9B7CF814CFB7}"/>
          </ac:spMkLst>
        </pc:spChg>
        <pc:spChg chg="mod">
          <ac:chgData name="Tawah Hussain Alsindi" userId="c1bc28ca-6765-4eec-a781-f309101c12bc" providerId="ADAL" clId="{96855EEF-D02A-4BAB-8DA2-8961F4FF6563}" dt="2026-01-26T18:12:18.182" v="3702" actId="1076"/>
          <ac:spMkLst>
            <pc:docMk/>
            <pc:sldMk cId="2611130725" sldId="649"/>
            <ac:spMk id="21" creationId="{2DCEA5AC-A28F-EF39-9A44-42CA043BE849}"/>
          </ac:spMkLst>
        </pc:spChg>
        <pc:graphicFrameChg chg="mod modGraphic">
          <ac:chgData name="Tawah Hussain Alsindi" userId="c1bc28ca-6765-4eec-a781-f309101c12bc" providerId="ADAL" clId="{96855EEF-D02A-4BAB-8DA2-8961F4FF6563}" dt="2026-02-16T13:57:47.395" v="7569" actId="20577"/>
          <ac:graphicFrameMkLst>
            <pc:docMk/>
            <pc:sldMk cId="2611130725" sldId="649"/>
            <ac:graphicFrameMk id="2" creationId="{4EDED0CB-BA55-C719-03E7-2D0714D23267}"/>
          </ac:graphicFrameMkLst>
        </pc:graphicFrameChg>
      </pc:sldChg>
      <pc:sldChg chg="addSp delSp modSp mod modShow">
        <pc:chgData name="Tawah Hussain Alsindi" userId="c1bc28ca-6765-4eec-a781-f309101c12bc" providerId="ADAL" clId="{96855EEF-D02A-4BAB-8DA2-8961F4FF6563}" dt="2026-02-16T14:54:38.638" v="7661" actId="1076"/>
        <pc:sldMkLst>
          <pc:docMk/>
          <pc:sldMk cId="911996084" sldId="651"/>
        </pc:sldMkLst>
        <pc:spChg chg="mod">
          <ac:chgData name="Tawah Hussain Alsindi" userId="c1bc28ca-6765-4eec-a781-f309101c12bc" providerId="ADAL" clId="{96855EEF-D02A-4BAB-8DA2-8961F4FF6563}" dt="2026-02-16T14:08:39.392" v="7583" actId="1076"/>
          <ac:spMkLst>
            <pc:docMk/>
            <pc:sldMk cId="911996084" sldId="651"/>
            <ac:spMk id="3" creationId="{4A5148F7-B0E1-3C7A-64F9-F5A880765FA4}"/>
          </ac:spMkLst>
        </pc:spChg>
        <pc:spChg chg="add mod">
          <ac:chgData name="Tawah Hussain Alsindi" userId="c1bc28ca-6765-4eec-a781-f309101c12bc" providerId="ADAL" clId="{96855EEF-D02A-4BAB-8DA2-8961F4FF6563}" dt="2026-02-16T14:54:38.638" v="7661" actId="1076"/>
          <ac:spMkLst>
            <pc:docMk/>
            <pc:sldMk cId="911996084" sldId="651"/>
            <ac:spMk id="4" creationId="{7A350A32-0469-AA6F-D3DD-B2D050EE861B}"/>
          </ac:spMkLst>
        </pc:spChg>
        <pc:spChg chg="mod">
          <ac:chgData name="Tawah Hussain Alsindi" userId="c1bc28ca-6765-4eec-a781-f309101c12bc" providerId="ADAL" clId="{96855EEF-D02A-4BAB-8DA2-8961F4FF6563}" dt="2026-02-16T14:54:29.981" v="7659" actId="1076"/>
          <ac:spMkLst>
            <pc:docMk/>
            <pc:sldMk cId="911996084" sldId="651"/>
            <ac:spMk id="5" creationId="{3F08C1F0-FD2D-E4BB-82D6-F5E196BCA935}"/>
          </ac:spMkLst>
        </pc:spChg>
        <pc:spChg chg="add mod">
          <ac:chgData name="Tawah Hussain Alsindi" userId="c1bc28ca-6765-4eec-a781-f309101c12bc" providerId="ADAL" clId="{96855EEF-D02A-4BAB-8DA2-8961F4FF6563}" dt="2026-02-16T14:54:35.239" v="7660" actId="1076"/>
          <ac:spMkLst>
            <pc:docMk/>
            <pc:sldMk cId="911996084" sldId="651"/>
            <ac:spMk id="13" creationId="{0E87D774-A786-CEE6-8D16-F0A52DA975CF}"/>
          </ac:spMkLst>
        </pc:spChg>
        <pc:spChg chg="add mod">
          <ac:chgData name="Tawah Hussain Alsindi" userId="c1bc28ca-6765-4eec-a781-f309101c12bc" providerId="ADAL" clId="{96855EEF-D02A-4BAB-8DA2-8961F4FF6563}" dt="2026-02-16T14:54:29.981" v="7659" actId="1076"/>
          <ac:spMkLst>
            <pc:docMk/>
            <pc:sldMk cId="911996084" sldId="651"/>
            <ac:spMk id="14" creationId="{EEE6CC70-B94B-C883-FB2C-12159D9FE22E}"/>
          </ac:spMkLst>
        </pc:spChg>
        <pc:spChg chg="add del mod">
          <ac:chgData name="Tawah Hussain Alsindi" userId="c1bc28ca-6765-4eec-a781-f309101c12bc" providerId="ADAL" clId="{96855EEF-D02A-4BAB-8DA2-8961F4FF6563}" dt="2026-02-16T14:53:36.578" v="7648" actId="478"/>
          <ac:spMkLst>
            <pc:docMk/>
            <pc:sldMk cId="911996084" sldId="651"/>
            <ac:spMk id="15" creationId="{15EFFEB0-1B9B-A7CF-3B3E-5130ED8EA69A}"/>
          </ac:spMkLst>
        </pc:spChg>
        <pc:spChg chg="del mod">
          <ac:chgData name="Tawah Hussain Alsindi" userId="c1bc28ca-6765-4eec-a781-f309101c12bc" providerId="ADAL" clId="{96855EEF-D02A-4BAB-8DA2-8961F4FF6563}" dt="2026-02-16T14:07:45.261" v="7578" actId="478"/>
          <ac:spMkLst>
            <pc:docMk/>
            <pc:sldMk cId="911996084" sldId="651"/>
            <ac:spMk id="18" creationId="{355D1012-F437-3C3C-7E5B-D43C2A766DDB}"/>
          </ac:spMkLst>
        </pc:spChg>
        <pc:spChg chg="add del mod">
          <ac:chgData name="Tawah Hussain Alsindi" userId="c1bc28ca-6765-4eec-a781-f309101c12bc" providerId="ADAL" clId="{96855EEF-D02A-4BAB-8DA2-8961F4FF6563}" dt="2026-02-16T14:07:47.597" v="7579" actId="478"/>
          <ac:spMkLst>
            <pc:docMk/>
            <pc:sldMk cId="911996084" sldId="651"/>
            <ac:spMk id="19" creationId="{8B2F4013-AB08-8F48-52A1-09CC95DE5359}"/>
          </ac:spMkLst>
        </pc:spChg>
        <pc:graphicFrameChg chg="mod modGraphic">
          <ac:chgData name="Tawah Hussain Alsindi" userId="c1bc28ca-6765-4eec-a781-f309101c12bc" providerId="ADAL" clId="{96855EEF-D02A-4BAB-8DA2-8961F4FF6563}" dt="2026-02-16T14:54:07.849" v="7658" actId="20577"/>
          <ac:graphicFrameMkLst>
            <pc:docMk/>
            <pc:sldMk cId="911996084" sldId="651"/>
            <ac:graphicFrameMk id="2" creationId="{76AA2F41-6C87-A0D7-3360-ECC573983F85}"/>
          </ac:graphicFrameMkLst>
        </pc:graphicFrameChg>
      </pc:sldChg>
      <pc:sldChg chg="modSp mod">
        <pc:chgData name="Tawah Hussain Alsindi" userId="c1bc28ca-6765-4eec-a781-f309101c12bc" providerId="ADAL" clId="{96855EEF-D02A-4BAB-8DA2-8961F4FF6563}" dt="2026-02-16T13:42:42.993" v="7452" actId="20577"/>
        <pc:sldMkLst>
          <pc:docMk/>
          <pc:sldMk cId="487753708" sldId="652"/>
        </pc:sldMkLst>
        <pc:spChg chg="mod">
          <ac:chgData name="Tawah Hussain Alsindi" userId="c1bc28ca-6765-4eec-a781-f309101c12bc" providerId="ADAL" clId="{96855EEF-D02A-4BAB-8DA2-8961F4FF6563}" dt="2026-01-26T18:14:44.178" v="3708" actId="207"/>
          <ac:spMkLst>
            <pc:docMk/>
            <pc:sldMk cId="487753708" sldId="652"/>
            <ac:spMk id="3" creationId="{783CB223-D18E-F690-0D43-530932A14468}"/>
          </ac:spMkLst>
        </pc:spChg>
        <pc:graphicFrameChg chg="mod modGraphic">
          <ac:chgData name="Tawah Hussain Alsindi" userId="c1bc28ca-6765-4eec-a781-f309101c12bc" providerId="ADAL" clId="{96855EEF-D02A-4BAB-8DA2-8961F4FF6563}" dt="2026-02-16T13:42:42.993" v="7452" actId="20577"/>
          <ac:graphicFrameMkLst>
            <pc:docMk/>
            <pc:sldMk cId="487753708" sldId="652"/>
            <ac:graphicFrameMk id="2" creationId="{D2C8CC79-370A-7D70-D43A-469099728B68}"/>
          </ac:graphicFrameMkLst>
        </pc:graphicFrameChg>
      </pc:sldChg>
      <pc:sldChg chg="modSp mod">
        <pc:chgData name="Tawah Hussain Alsindi" userId="c1bc28ca-6765-4eec-a781-f309101c12bc" providerId="ADAL" clId="{96855EEF-D02A-4BAB-8DA2-8961F4FF6563}" dt="2026-02-02T14:17:07.769" v="5656" actId="20577"/>
        <pc:sldMkLst>
          <pc:docMk/>
          <pc:sldMk cId="3296855735" sldId="654"/>
        </pc:sldMkLst>
        <pc:graphicFrameChg chg="modGraphic">
          <ac:chgData name="Tawah Hussain Alsindi" userId="c1bc28ca-6765-4eec-a781-f309101c12bc" providerId="ADAL" clId="{96855EEF-D02A-4BAB-8DA2-8961F4FF6563}" dt="2026-02-02T14:17:07.769" v="5656" actId="20577"/>
          <ac:graphicFrameMkLst>
            <pc:docMk/>
            <pc:sldMk cId="3296855735" sldId="654"/>
            <ac:graphicFrameMk id="2" creationId="{B993C065-62FC-B0DB-3D22-544A9DFEC2C2}"/>
          </ac:graphicFrameMkLst>
        </pc:graphicFrameChg>
      </pc:sldChg>
      <pc:sldChg chg="modSp mod">
        <pc:chgData name="Tawah Hussain Alsindi" userId="c1bc28ca-6765-4eec-a781-f309101c12bc" providerId="ADAL" clId="{96855EEF-D02A-4BAB-8DA2-8961F4FF6563}" dt="2026-02-02T14:17:34.170" v="5669" actId="20577"/>
        <pc:sldMkLst>
          <pc:docMk/>
          <pc:sldMk cId="2616632574" sldId="655"/>
        </pc:sldMkLst>
        <pc:graphicFrameChg chg="modGraphic">
          <ac:chgData name="Tawah Hussain Alsindi" userId="c1bc28ca-6765-4eec-a781-f309101c12bc" providerId="ADAL" clId="{96855EEF-D02A-4BAB-8DA2-8961F4FF6563}" dt="2026-02-02T14:17:34.170" v="5669" actId="20577"/>
          <ac:graphicFrameMkLst>
            <pc:docMk/>
            <pc:sldMk cId="2616632574" sldId="655"/>
            <ac:graphicFrameMk id="2" creationId="{B89F6679-68F7-86EE-7874-E71E4F08A865}"/>
          </ac:graphicFrameMkLst>
        </pc:graphicFrameChg>
      </pc:sldChg>
      <pc:sldChg chg="addSp delSp modSp add mod">
        <pc:chgData name="Tawah Hussain Alsindi" userId="c1bc28ca-6765-4eec-a781-f309101c12bc" providerId="ADAL" clId="{96855EEF-D02A-4BAB-8DA2-8961F4FF6563}" dt="2026-02-16T14:27:31.379" v="7643" actId="478"/>
        <pc:sldMkLst>
          <pc:docMk/>
          <pc:sldMk cId="3103254706" sldId="657"/>
        </pc:sldMkLst>
        <pc:spChg chg="mod">
          <ac:chgData name="Tawah Hussain Alsindi" userId="c1bc28ca-6765-4eec-a781-f309101c12bc" providerId="ADAL" clId="{96855EEF-D02A-4BAB-8DA2-8961F4FF6563}" dt="2026-02-10T06:10:13.457" v="7184" actId="207"/>
          <ac:spMkLst>
            <pc:docMk/>
            <pc:sldMk cId="3103254706" sldId="657"/>
            <ac:spMk id="3" creationId="{FFBDABC1-FFDD-E8D5-7991-BBB96C0894C7}"/>
          </ac:spMkLst>
        </pc:spChg>
        <pc:spChg chg="mod">
          <ac:chgData name="Tawah Hussain Alsindi" userId="c1bc28ca-6765-4eec-a781-f309101c12bc" providerId="ADAL" clId="{96855EEF-D02A-4BAB-8DA2-8961F4FF6563}" dt="2026-02-10T06:10:21.485" v="7185" actId="1076"/>
          <ac:spMkLst>
            <pc:docMk/>
            <pc:sldMk cId="3103254706" sldId="657"/>
            <ac:spMk id="4" creationId="{F691B224-1089-E05A-90F8-141E13D2356E}"/>
          </ac:spMkLst>
        </pc:spChg>
        <pc:spChg chg="add del mod">
          <ac:chgData name="Tawah Hussain Alsindi" userId="c1bc28ca-6765-4eec-a781-f309101c12bc" providerId="ADAL" clId="{96855EEF-D02A-4BAB-8DA2-8961F4FF6563}" dt="2026-02-16T14:27:24.835" v="7641" actId="478"/>
          <ac:spMkLst>
            <pc:docMk/>
            <pc:sldMk cId="3103254706" sldId="657"/>
            <ac:spMk id="5" creationId="{C2D8B3E5-4983-269E-0807-82E7EBD0FE6B}"/>
          </ac:spMkLst>
        </pc:spChg>
        <pc:spChg chg="mod">
          <ac:chgData name="Tawah Hussain Alsindi" userId="c1bc28ca-6765-4eec-a781-f309101c12bc" providerId="ADAL" clId="{96855EEF-D02A-4BAB-8DA2-8961F4FF6563}" dt="2026-02-10T06:37:27.519" v="7339" actId="14100"/>
          <ac:spMkLst>
            <pc:docMk/>
            <pc:sldMk cId="3103254706" sldId="657"/>
            <ac:spMk id="6" creationId="{D3D0BC57-B9C7-A5EC-81EF-DFB4BAD07F21}"/>
          </ac:spMkLst>
        </pc:spChg>
        <pc:spChg chg="add del mod">
          <ac:chgData name="Tawah Hussain Alsindi" userId="c1bc28ca-6765-4eec-a781-f309101c12bc" providerId="ADAL" clId="{96855EEF-D02A-4BAB-8DA2-8961F4FF6563}" dt="2026-02-16T14:27:26.651" v="7642" actId="478"/>
          <ac:spMkLst>
            <pc:docMk/>
            <pc:sldMk cId="3103254706" sldId="657"/>
            <ac:spMk id="13" creationId="{02342F19-5998-0257-96E8-0AC2633B1750}"/>
          </ac:spMkLst>
        </pc:spChg>
        <pc:spChg chg="add del mod">
          <ac:chgData name="Tawah Hussain Alsindi" userId="c1bc28ca-6765-4eec-a781-f309101c12bc" providerId="ADAL" clId="{96855EEF-D02A-4BAB-8DA2-8961F4FF6563}" dt="2026-02-16T14:27:31.379" v="7643" actId="478"/>
          <ac:spMkLst>
            <pc:docMk/>
            <pc:sldMk cId="3103254706" sldId="657"/>
            <ac:spMk id="14" creationId="{00F2B6EF-CC65-F22F-4141-7AA7CBDA9A9E}"/>
          </ac:spMkLst>
        </pc:spChg>
        <pc:spChg chg="add del mod">
          <ac:chgData name="Tawah Hussain Alsindi" userId="c1bc28ca-6765-4eec-a781-f309101c12bc" providerId="ADAL" clId="{96855EEF-D02A-4BAB-8DA2-8961F4FF6563}" dt="2026-02-16T14:27:31.379" v="7643" actId="478"/>
          <ac:spMkLst>
            <pc:docMk/>
            <pc:sldMk cId="3103254706" sldId="657"/>
            <ac:spMk id="15" creationId="{F04DE186-CAF8-B7B9-5A90-44F1821BF210}"/>
          </ac:spMkLst>
        </pc:spChg>
        <pc:spChg chg="mod">
          <ac:chgData name="Tawah Hussain Alsindi" userId="c1bc28ca-6765-4eec-a781-f309101c12bc" providerId="ADAL" clId="{96855EEF-D02A-4BAB-8DA2-8961F4FF6563}" dt="2026-02-02T13:35:26.972" v="5393" actId="207"/>
          <ac:spMkLst>
            <pc:docMk/>
            <pc:sldMk cId="3103254706" sldId="657"/>
            <ac:spMk id="18" creationId="{4E56EAC1-46B1-FAB6-CF04-E3544AD9C10D}"/>
          </ac:spMkLst>
        </pc:spChg>
        <pc:spChg chg="add del mod">
          <ac:chgData name="Tawah Hussain Alsindi" userId="c1bc28ca-6765-4eec-a781-f309101c12bc" providerId="ADAL" clId="{96855EEF-D02A-4BAB-8DA2-8961F4FF6563}" dt="2026-02-16T14:27:31.379" v="7643" actId="478"/>
          <ac:spMkLst>
            <pc:docMk/>
            <pc:sldMk cId="3103254706" sldId="657"/>
            <ac:spMk id="19" creationId="{A31A6F99-EB36-B176-B83F-5AA57545BECA}"/>
          </ac:spMkLst>
        </pc:spChg>
        <pc:spChg chg="add del mod">
          <ac:chgData name="Tawah Hussain Alsindi" userId="c1bc28ca-6765-4eec-a781-f309101c12bc" providerId="ADAL" clId="{96855EEF-D02A-4BAB-8DA2-8961F4FF6563}" dt="2026-02-16T14:27:31.379" v="7643" actId="478"/>
          <ac:spMkLst>
            <pc:docMk/>
            <pc:sldMk cId="3103254706" sldId="657"/>
            <ac:spMk id="20" creationId="{835CB2ED-7C2B-CB68-3400-8E48AFF5FA96}"/>
          </ac:spMkLst>
        </pc:spChg>
        <pc:spChg chg="add del mod">
          <ac:chgData name="Tawah Hussain Alsindi" userId="c1bc28ca-6765-4eec-a781-f309101c12bc" providerId="ADAL" clId="{96855EEF-D02A-4BAB-8DA2-8961F4FF6563}" dt="2026-02-16T14:27:31.379" v="7643" actId="478"/>
          <ac:spMkLst>
            <pc:docMk/>
            <pc:sldMk cId="3103254706" sldId="657"/>
            <ac:spMk id="22" creationId="{4F63803F-ABE0-1612-D879-E0023692E49E}"/>
          </ac:spMkLst>
        </pc:spChg>
        <pc:grpChg chg="mod">
          <ac:chgData name="Tawah Hussain Alsindi" userId="c1bc28ca-6765-4eec-a781-f309101c12bc" providerId="ADAL" clId="{96855EEF-D02A-4BAB-8DA2-8961F4FF6563}" dt="2026-02-10T06:37:13.079" v="7335" actId="1076"/>
          <ac:grpSpMkLst>
            <pc:docMk/>
            <pc:sldMk cId="3103254706" sldId="657"/>
            <ac:grpSpMk id="12" creationId="{E77F220F-EC33-1E4D-1D96-D9A113CFB322}"/>
          </ac:grpSpMkLst>
        </pc:grpChg>
        <pc:graphicFrameChg chg="mod modGraphic">
          <ac:chgData name="Tawah Hussain Alsindi" userId="c1bc28ca-6765-4eec-a781-f309101c12bc" providerId="ADAL" clId="{96855EEF-D02A-4BAB-8DA2-8961F4FF6563}" dt="2026-02-16T14:27:22.749" v="7640" actId="2165"/>
          <ac:graphicFrameMkLst>
            <pc:docMk/>
            <pc:sldMk cId="3103254706" sldId="657"/>
            <ac:graphicFrameMk id="2" creationId="{E414BCC3-BC9E-49CA-2435-34D83AF0AE73}"/>
          </ac:graphicFrameMkLst>
        </pc:graphicFrameChg>
      </pc:sldChg>
      <pc:sldChg chg="modSp add mod">
        <pc:chgData name="Tawah Hussain Alsindi" userId="c1bc28ca-6765-4eec-a781-f309101c12bc" providerId="ADAL" clId="{96855EEF-D02A-4BAB-8DA2-8961F4FF6563}" dt="2026-02-16T14:56:50.251" v="7691"/>
        <pc:sldMkLst>
          <pc:docMk/>
          <pc:sldMk cId="3875134450" sldId="659"/>
        </pc:sldMkLst>
        <pc:graphicFrameChg chg="mod modGraphic">
          <ac:chgData name="Tawah Hussain Alsindi" userId="c1bc28ca-6765-4eec-a781-f309101c12bc" providerId="ADAL" clId="{96855EEF-D02A-4BAB-8DA2-8961F4FF6563}" dt="2026-02-16T14:56:50.251" v="7691"/>
          <ac:graphicFrameMkLst>
            <pc:docMk/>
            <pc:sldMk cId="3875134450" sldId="659"/>
            <ac:graphicFrameMk id="8" creationId="{1D79F21F-35E6-5ED6-BE67-D228BC464975}"/>
          </ac:graphicFrameMkLst>
        </pc:graphicFrameChg>
      </pc:sldChg>
      <pc:sldMasterChg chg="delSldLayout">
        <pc:chgData name="Tawah Hussain Alsindi" userId="c1bc28ca-6765-4eec-a781-f309101c12bc" providerId="ADAL" clId="{96855EEF-D02A-4BAB-8DA2-8961F4FF6563}" dt="2026-02-10T05:56:53.543" v="6936" actId="47"/>
        <pc:sldMasterMkLst>
          <pc:docMk/>
          <pc:sldMasterMk cId="1539410756" sldId="2147483673"/>
        </pc:sldMasterMkLst>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057250223999359"/>
          <c:y val="0.20063765815566328"/>
          <c:w val="0.65722700455861116"/>
          <c:h val="0.78603054652628179"/>
        </c:manualLayout>
      </c:layout>
      <c:doughnutChart>
        <c:varyColors val="1"/>
        <c:ser>
          <c:idx val="0"/>
          <c:order val="0"/>
          <c:tx>
            <c:strRef>
              <c:f>Sheet1!$B$1</c:f>
              <c:strCache>
                <c:ptCount val="1"/>
                <c:pt idx="0">
                  <c:v>Number</c:v>
                </c:pt>
              </c:strCache>
            </c:strRef>
          </c:tx>
          <c:spPr>
            <a:solidFill>
              <a:schemeClr val="tx2">
                <a:lumMod val="20000"/>
                <a:lumOff val="80000"/>
              </a:schemeClr>
            </a:solidFill>
            <a:ln>
              <a:noFill/>
            </a:ln>
            <a:scene3d>
              <a:camera prst="orthographicFront"/>
              <a:lightRig rig="threePt" dir="t"/>
            </a:scene3d>
          </c:spPr>
          <c:explosion val="2"/>
          <c:dPt>
            <c:idx val="0"/>
            <c:bubble3D val="0"/>
            <c:explosion val="0"/>
            <c:spPr>
              <a:solidFill>
                <a:srgbClr val="048B96"/>
              </a:solidFill>
              <a:ln>
                <a:noFill/>
              </a:ln>
              <a:effectLst/>
              <a:scene3d>
                <a:camera prst="orthographicFront"/>
                <a:lightRig rig="threePt" dir="t"/>
              </a:scene3d>
            </c:spPr>
            <c:extLst>
              <c:ext xmlns:c16="http://schemas.microsoft.com/office/drawing/2014/chart" uri="{C3380CC4-5D6E-409C-BE32-E72D297353CC}">
                <c16:uniqueId val="{00000001-C1A2-492E-9AA2-19129435ACAA}"/>
              </c:ext>
            </c:extLst>
          </c:dPt>
          <c:dPt>
            <c:idx val="1"/>
            <c:bubble3D val="0"/>
            <c:explosion val="12"/>
            <c:spPr>
              <a:solidFill>
                <a:schemeClr val="tx2">
                  <a:lumMod val="20000"/>
                  <a:lumOff val="80000"/>
                </a:schemeClr>
              </a:solidFill>
              <a:ln>
                <a:noFill/>
              </a:ln>
              <a:effectLst/>
              <a:scene3d>
                <a:camera prst="orthographicFront"/>
                <a:lightRig rig="threePt" dir="t"/>
              </a:scene3d>
            </c:spPr>
            <c:extLst>
              <c:ext xmlns:c16="http://schemas.microsoft.com/office/drawing/2014/chart" uri="{C3380CC4-5D6E-409C-BE32-E72D297353CC}">
                <c16:uniqueId val="{00000003-C1A2-492E-9AA2-19129435ACAA}"/>
              </c:ext>
            </c:extLst>
          </c:dPt>
          <c:dLbls>
            <c:dLbl>
              <c:idx val="0"/>
              <c:layout>
                <c:manualLayout>
                  <c:x val="8.9324257458844297E-3"/>
                  <c:y val="0.24662083355211223"/>
                </c:manualLayout>
              </c:layout>
              <c:spPr>
                <a:noFill/>
                <a:ln>
                  <a:noFill/>
                </a:ln>
                <a:effectLst/>
              </c:spPr>
              <c:txPr>
                <a:bodyPr rot="0" spcFirstLastPara="1" vertOverflow="ellipsis" vert="horz" wrap="square" lIns="38100" tIns="19050" rIns="38100" bIns="19050" anchor="ctr" anchorCtr="1">
                  <a:noAutofit/>
                </a:bodyPr>
                <a:lstStyle/>
                <a:p>
                  <a:pPr>
                    <a:defRPr sz="1197" b="1"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0.26747986745617036"/>
                      <c:h val="0.32277505621717945"/>
                    </c:manualLayout>
                  </c15:layout>
                </c:ext>
                <c:ext xmlns:c16="http://schemas.microsoft.com/office/drawing/2014/chart" uri="{C3380CC4-5D6E-409C-BE32-E72D297353CC}">
                  <c16:uniqueId val="{00000001-C1A2-492E-9AA2-19129435ACAA}"/>
                </c:ext>
              </c:extLst>
            </c:dLbl>
            <c:dLbl>
              <c:idx val="1"/>
              <c:layout>
                <c:manualLayout>
                  <c:x val="-3.1136665505953656E-17"/>
                  <c:y val="5.4659303069246337E-2"/>
                </c:manualLayout>
              </c:layout>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0.23987964213595092"/>
                      <c:h val="0.35550130793948098"/>
                    </c:manualLayout>
                  </c15:layout>
                </c:ext>
                <c:ext xmlns:c16="http://schemas.microsoft.com/office/drawing/2014/chart" uri="{C3380CC4-5D6E-409C-BE32-E72D297353CC}">
                  <c16:uniqueId val="{00000003-C1A2-492E-9AA2-19129435ACAA}"/>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المنجز</c:v>
                </c:pt>
                <c:pt idx="1">
                  <c:v>المتبقي</c:v>
                </c:pt>
              </c:strCache>
            </c:strRef>
          </c:cat>
          <c:val>
            <c:numRef>
              <c:f>Sheet1!$B$2:$B$3</c:f>
              <c:numCache>
                <c:formatCode>General</c:formatCode>
                <c:ptCount val="2"/>
                <c:pt idx="0">
                  <c:v>5</c:v>
                </c:pt>
                <c:pt idx="1">
                  <c:v>95</c:v>
                </c:pt>
              </c:numCache>
            </c:numRef>
          </c:val>
          <c:extLst>
            <c:ext xmlns:c16="http://schemas.microsoft.com/office/drawing/2014/chart" uri="{C3380CC4-5D6E-409C-BE32-E72D297353CC}">
              <c16:uniqueId val="{00000006-C1A2-492E-9AA2-19129435ACAA}"/>
            </c:ext>
          </c:extLst>
        </c:ser>
        <c:ser>
          <c:idx val="1"/>
          <c:order val="1"/>
          <c:tx>
            <c:strRef>
              <c:f>Sheet1!#REF!</c:f>
              <c:strCache>
                <c:ptCount val="1"/>
                <c:pt idx="0">
                  <c:v>#REF!</c:v>
                </c:pt>
              </c:strCache>
            </c:strRef>
          </c:tx>
          <c:spPr>
            <a:ln>
              <a:noFill/>
            </a:ln>
            <a:scene3d>
              <a:camera prst="orthographicFront"/>
              <a:lightRig rig="threePt" dir="t"/>
            </a:scene3d>
          </c:spPr>
          <c:dPt>
            <c:idx val="0"/>
            <c:bubble3D val="0"/>
            <c:spPr>
              <a:solidFill>
                <a:srgbClr val="5EA1BA"/>
              </a:solidFill>
              <a:ln>
                <a:noFill/>
              </a:ln>
              <a:effectLst/>
              <a:scene3d>
                <a:camera prst="orthographicFront"/>
                <a:lightRig rig="threePt" dir="t"/>
              </a:scene3d>
            </c:spPr>
            <c:extLst>
              <c:ext xmlns:c16="http://schemas.microsoft.com/office/drawing/2014/chart" uri="{C3380CC4-5D6E-409C-BE32-E72D297353CC}">
                <c16:uniqueId val="{00000008-C1A2-492E-9AA2-19129435ACAA}"/>
              </c:ext>
            </c:extLst>
          </c:dPt>
          <c:dLbls>
            <c:dLbl>
              <c:idx val="0"/>
              <c:delete val="1"/>
              <c:extLst>
                <c:ext xmlns:c15="http://schemas.microsoft.com/office/drawing/2012/chart" uri="{CE6537A1-D6FC-4f65-9D91-7224C49458BB}"/>
                <c:ext xmlns:c16="http://schemas.microsoft.com/office/drawing/2014/chart" uri="{C3380CC4-5D6E-409C-BE32-E72D297353CC}">
                  <c16:uniqueId val="{00000008-C1A2-492E-9AA2-19129435ACAA}"/>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المنجز</c:v>
                </c:pt>
                <c:pt idx="1">
                  <c:v>المتبقي</c:v>
                </c:pt>
              </c:strCache>
            </c:strRef>
          </c:cat>
          <c:val>
            <c:numRef>
              <c:f>Sheet1!#REF!</c:f>
              <c:numCache>
                <c:formatCode>General</c:formatCode>
                <c:ptCount val="1"/>
                <c:pt idx="0">
                  <c:v>1</c:v>
                </c:pt>
              </c:numCache>
            </c:numRef>
          </c:val>
          <c:extLst>
            <c:ext xmlns:c16="http://schemas.microsoft.com/office/drawing/2014/chart" uri="{C3380CC4-5D6E-409C-BE32-E72D297353CC}">
              <c16:uniqueId val="{00000009-C1A2-492E-9AA2-19129435ACAA}"/>
            </c:ext>
          </c:extLst>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t"/>
      <c:layout>
        <c:manualLayout>
          <c:xMode val="edge"/>
          <c:yMode val="edge"/>
          <c:x val="0.11586557363895317"/>
          <c:y val="0"/>
          <c:w val="0.7727910988672988"/>
          <c:h val="0.1865313651548395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057250223999359"/>
          <c:y val="0.20063765815566328"/>
          <c:w val="0.65722700455861116"/>
          <c:h val="0.78603054652628179"/>
        </c:manualLayout>
      </c:layout>
      <c:doughnutChart>
        <c:varyColors val="1"/>
        <c:ser>
          <c:idx val="0"/>
          <c:order val="0"/>
          <c:tx>
            <c:strRef>
              <c:f>Sheet1!$B$1</c:f>
              <c:strCache>
                <c:ptCount val="1"/>
                <c:pt idx="0">
                  <c:v>Number</c:v>
                </c:pt>
              </c:strCache>
            </c:strRef>
          </c:tx>
          <c:spPr>
            <a:solidFill>
              <a:schemeClr val="tx2">
                <a:lumMod val="20000"/>
                <a:lumOff val="80000"/>
              </a:schemeClr>
            </a:solidFill>
            <a:ln>
              <a:noFill/>
            </a:ln>
            <a:scene3d>
              <a:camera prst="orthographicFront"/>
              <a:lightRig rig="threePt" dir="t"/>
            </a:scene3d>
          </c:spPr>
          <c:explosion val="2"/>
          <c:dPt>
            <c:idx val="0"/>
            <c:bubble3D val="0"/>
            <c:explosion val="0"/>
            <c:spPr>
              <a:solidFill>
                <a:srgbClr val="048B96"/>
              </a:solidFill>
              <a:ln>
                <a:noFill/>
              </a:ln>
              <a:effectLst/>
              <a:scene3d>
                <a:camera prst="orthographicFront"/>
                <a:lightRig rig="threePt" dir="t"/>
              </a:scene3d>
            </c:spPr>
            <c:extLst>
              <c:ext xmlns:c16="http://schemas.microsoft.com/office/drawing/2014/chart" uri="{C3380CC4-5D6E-409C-BE32-E72D297353CC}">
                <c16:uniqueId val="{00000001-516E-46FF-95C2-CCF72391F9C5}"/>
              </c:ext>
            </c:extLst>
          </c:dPt>
          <c:dPt>
            <c:idx val="1"/>
            <c:bubble3D val="0"/>
            <c:explosion val="12"/>
            <c:spPr>
              <a:solidFill>
                <a:schemeClr val="tx2">
                  <a:lumMod val="20000"/>
                  <a:lumOff val="80000"/>
                </a:schemeClr>
              </a:solidFill>
              <a:ln>
                <a:noFill/>
              </a:ln>
              <a:effectLst/>
              <a:scene3d>
                <a:camera prst="orthographicFront"/>
                <a:lightRig rig="threePt" dir="t"/>
              </a:scene3d>
            </c:spPr>
            <c:extLst>
              <c:ext xmlns:c16="http://schemas.microsoft.com/office/drawing/2014/chart" uri="{C3380CC4-5D6E-409C-BE32-E72D297353CC}">
                <c16:uniqueId val="{00000003-516E-46FF-95C2-CCF72391F9C5}"/>
              </c:ext>
            </c:extLst>
          </c:dPt>
          <c:dLbls>
            <c:dLbl>
              <c:idx val="0"/>
              <c:layout>
                <c:manualLayout>
                  <c:x val="-9.5561464399974219E-2"/>
                  <c:y val="0.18103046089010391"/>
                </c:manualLayout>
              </c:layout>
              <c:tx>
                <c:rich>
                  <a:bodyPr rot="0" spcFirstLastPara="1" vertOverflow="ellipsis" vert="horz" wrap="square" lIns="38100" tIns="19050" rIns="38100" bIns="19050" anchor="ctr" anchorCtr="1">
                    <a:noAutofit/>
                  </a:bodyPr>
                  <a:lstStyle/>
                  <a:p>
                    <a:pPr>
                      <a:defRPr sz="1197" b="1" i="0" u="none" strike="noStrike" kern="1200" baseline="0">
                        <a:solidFill>
                          <a:schemeClr val="tx1"/>
                        </a:solidFill>
                        <a:latin typeface="+mn-lt"/>
                        <a:ea typeface="+mn-ea"/>
                        <a:cs typeface="+mn-cs"/>
                      </a:defRPr>
                    </a:pPr>
                    <a:fld id="{7FD87B33-8460-4DC2-B1C3-E9ECFB04F958}" type="PERCENTAGE">
                      <a:rPr lang="en-US" smtClean="0"/>
                      <a:pPr>
                        <a:defRPr sz="1197" b="1" i="0" u="none" strike="noStrike" kern="1200" baseline="0">
                          <a:solidFill>
                            <a:schemeClr val="tx1"/>
                          </a:solidFill>
                          <a:latin typeface="+mn-lt"/>
                          <a:ea typeface="+mn-ea"/>
                          <a:cs typeface="+mn-cs"/>
                        </a:defRPr>
                      </a:pPr>
                      <a:t>[PERCENTAGE]</a:t>
                    </a:fld>
                    <a:endParaRPr lang="en-US"/>
                  </a:p>
                </c:rich>
              </c:tx>
              <c:spPr>
                <a:noFill/>
                <a:ln>
                  <a:noFill/>
                </a:ln>
                <a:effectLst/>
              </c:spPr>
              <c:showLegendKey val="0"/>
              <c:showVal val="0"/>
              <c:showCatName val="0"/>
              <c:showSerName val="0"/>
              <c:showPercent val="1"/>
              <c:showBubbleSize val="0"/>
              <c:extLst>
                <c:ext xmlns:c15="http://schemas.microsoft.com/office/drawing/2012/chart" uri="{CE6537A1-D6FC-4f65-9D91-7224C49458BB}">
                  <c15:layout>
                    <c:manualLayout>
                      <c:w val="0.26747986745617036"/>
                      <c:h val="0.32277505621717945"/>
                    </c:manualLayout>
                  </c15:layout>
                  <c15:dlblFieldTable/>
                  <c15:showDataLabelsRange val="0"/>
                </c:ext>
                <c:ext xmlns:c16="http://schemas.microsoft.com/office/drawing/2014/chart" uri="{C3380CC4-5D6E-409C-BE32-E72D297353CC}">
                  <c16:uniqueId val="{00000001-516E-46FF-95C2-CCF72391F9C5}"/>
                </c:ext>
              </c:extLst>
            </c:dLbl>
            <c:dLbl>
              <c:idx val="1"/>
              <c:layout>
                <c:manualLayout>
                  <c:x val="-3.1136665505953656E-17"/>
                  <c:y val="5.4659303069246337E-2"/>
                </c:manualLayout>
              </c:layout>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0.23987964213595092"/>
                      <c:h val="0.35550130793948098"/>
                    </c:manualLayout>
                  </c15:layout>
                </c:ext>
                <c:ext xmlns:c16="http://schemas.microsoft.com/office/drawing/2014/chart" uri="{C3380CC4-5D6E-409C-BE32-E72D297353CC}">
                  <c16:uniqueId val="{00000003-516E-46FF-95C2-CCF72391F9C5}"/>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المخطط</c:v>
                </c:pt>
                <c:pt idx="1">
                  <c:v>المتبقي</c:v>
                </c:pt>
              </c:strCache>
            </c:strRef>
          </c:cat>
          <c:val>
            <c:numRef>
              <c:f>Sheet1!$B$2:$B$3</c:f>
              <c:numCache>
                <c:formatCode>General</c:formatCode>
                <c:ptCount val="2"/>
                <c:pt idx="0">
                  <c:v>25</c:v>
                </c:pt>
                <c:pt idx="1">
                  <c:v>75</c:v>
                </c:pt>
              </c:numCache>
            </c:numRef>
          </c:val>
          <c:extLst>
            <c:ext xmlns:c16="http://schemas.microsoft.com/office/drawing/2014/chart" uri="{C3380CC4-5D6E-409C-BE32-E72D297353CC}">
              <c16:uniqueId val="{00000004-516E-46FF-95C2-CCF72391F9C5}"/>
            </c:ext>
          </c:extLst>
        </c:ser>
        <c:ser>
          <c:idx val="1"/>
          <c:order val="1"/>
          <c:tx>
            <c:strRef>
              <c:f>Sheet1!#REF!</c:f>
              <c:strCache>
                <c:ptCount val="1"/>
                <c:pt idx="0">
                  <c:v>#REF!</c:v>
                </c:pt>
              </c:strCache>
            </c:strRef>
          </c:tx>
          <c:spPr>
            <a:ln>
              <a:noFill/>
            </a:ln>
            <a:scene3d>
              <a:camera prst="orthographicFront"/>
              <a:lightRig rig="threePt" dir="t"/>
            </a:scene3d>
          </c:spPr>
          <c:dPt>
            <c:idx val="0"/>
            <c:bubble3D val="0"/>
            <c:spPr>
              <a:solidFill>
                <a:srgbClr val="5EA1BA"/>
              </a:solidFill>
              <a:ln>
                <a:noFill/>
              </a:ln>
              <a:effectLst/>
              <a:scene3d>
                <a:camera prst="orthographicFront"/>
                <a:lightRig rig="threePt" dir="t"/>
              </a:scene3d>
            </c:spPr>
            <c:extLst>
              <c:ext xmlns:c16="http://schemas.microsoft.com/office/drawing/2014/chart" uri="{C3380CC4-5D6E-409C-BE32-E72D297353CC}">
                <c16:uniqueId val="{00000006-516E-46FF-95C2-CCF72391F9C5}"/>
              </c:ext>
            </c:extLst>
          </c:dPt>
          <c:dLbls>
            <c:dLbl>
              <c:idx val="0"/>
              <c:delete val="1"/>
              <c:extLst>
                <c:ext xmlns:c15="http://schemas.microsoft.com/office/drawing/2012/chart" uri="{CE6537A1-D6FC-4f65-9D91-7224C49458BB}"/>
                <c:ext xmlns:c16="http://schemas.microsoft.com/office/drawing/2014/chart" uri="{C3380CC4-5D6E-409C-BE32-E72D297353CC}">
                  <c16:uniqueId val="{00000006-516E-46FF-95C2-CCF72391F9C5}"/>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المخطط</c:v>
                </c:pt>
                <c:pt idx="1">
                  <c:v>المتبقي</c:v>
                </c:pt>
              </c:strCache>
            </c:strRef>
          </c:cat>
          <c:val>
            <c:numRef>
              <c:f>Sheet1!#REF!</c:f>
              <c:numCache>
                <c:formatCode>General</c:formatCode>
                <c:ptCount val="1"/>
                <c:pt idx="0">
                  <c:v>1</c:v>
                </c:pt>
              </c:numCache>
            </c:numRef>
          </c:val>
          <c:extLst>
            <c:ext xmlns:c16="http://schemas.microsoft.com/office/drawing/2014/chart" uri="{C3380CC4-5D6E-409C-BE32-E72D297353CC}">
              <c16:uniqueId val="{00000007-516E-46FF-95C2-CCF72391F9C5}"/>
            </c:ext>
          </c:extLst>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t"/>
      <c:layout>
        <c:manualLayout>
          <c:xMode val="edge"/>
          <c:yMode val="edge"/>
          <c:x val="0.11586557363895317"/>
          <c:y val="0"/>
          <c:w val="0.7727910988672988"/>
          <c:h val="0.1865313651548395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sz="quarter" idx="1"/>
          </p:nvPr>
        </p:nvSpPr>
        <p:spPr>
          <a:xfrm>
            <a:off x="3978132" y="0"/>
            <a:ext cx="3043343" cy="467072"/>
          </a:xfrm>
          <a:prstGeom prst="rect">
            <a:avLst/>
          </a:prstGeom>
        </p:spPr>
        <p:txBody>
          <a:bodyPr vert="horz" lIns="93324" tIns="46662" rIns="93324" bIns="46662" rtlCol="0"/>
          <a:lstStyle>
            <a:lvl1pPr algn="r">
              <a:defRPr sz="1200"/>
            </a:lvl1pPr>
          </a:lstStyle>
          <a:p>
            <a:fld id="{291D0DB9-D151-425C-904D-633F731DCF1E}" type="datetimeFigureOut">
              <a:rPr lang="en-US" smtClean="0"/>
              <a:t>17/02/2026</a:t>
            </a:fld>
            <a:endParaRPr lang="en-US"/>
          </a:p>
        </p:txBody>
      </p:sp>
      <p:sp>
        <p:nvSpPr>
          <p:cNvPr id="4" name="Footer Placeholder 3"/>
          <p:cNvSpPr>
            <a:spLocks noGrp="1"/>
          </p:cNvSpPr>
          <p:nvPr>
            <p:ph type="ftr" sz="quarter" idx="2"/>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a:p>
        </p:txBody>
      </p:sp>
      <p:sp>
        <p:nvSpPr>
          <p:cNvPr id="5" name="Slide Number Placeholder 4"/>
          <p:cNvSpPr>
            <a:spLocks noGrp="1"/>
          </p:cNvSpPr>
          <p:nvPr>
            <p:ph type="sldNum" sz="quarter" idx="3"/>
          </p:nvPr>
        </p:nvSpPr>
        <p:spPr>
          <a:xfrm>
            <a:off x="3978132" y="8842030"/>
            <a:ext cx="3043343" cy="467071"/>
          </a:xfrm>
          <a:prstGeom prst="rect">
            <a:avLst/>
          </a:prstGeom>
        </p:spPr>
        <p:txBody>
          <a:bodyPr vert="horz" lIns="93324" tIns="46662" rIns="93324" bIns="46662" rtlCol="0" anchor="b"/>
          <a:lstStyle>
            <a:lvl1pPr algn="r">
              <a:defRPr sz="1200"/>
            </a:lvl1pPr>
          </a:lstStyle>
          <a:p>
            <a:fld id="{ACD2021D-EF99-4F35-9367-6B955BC9E137}" type="slidenum">
              <a:rPr lang="en-US" smtClean="0"/>
              <a:t>‹#›</a:t>
            </a:fld>
            <a:endParaRPr lang="en-US"/>
          </a:p>
        </p:txBody>
      </p:sp>
    </p:spTree>
    <p:extLst>
      <p:ext uri="{BB962C8B-B14F-4D97-AF65-F5344CB8AC3E}">
        <p14:creationId xmlns:p14="http://schemas.microsoft.com/office/powerpoint/2010/main" val="30501844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7072"/>
          </a:xfrm>
          <a:prstGeom prst="rect">
            <a:avLst/>
          </a:prstGeom>
        </p:spPr>
        <p:txBody>
          <a:bodyPr vert="horz" lIns="93324" tIns="46662" rIns="93324" bIns="46662" rtlCol="0"/>
          <a:lstStyle>
            <a:lvl1pPr algn="r">
              <a:defRPr sz="1200"/>
            </a:lvl1pPr>
          </a:lstStyle>
          <a:p>
            <a:fld id="{674F5CC4-7400-4F83-AF17-37D5320EBF53}" type="datetimeFigureOut">
              <a:rPr lang="en-US" smtClean="0"/>
              <a:t>17/02/2026</a:t>
            </a:fld>
            <a:endParaRPr lang="en-US"/>
          </a:p>
        </p:txBody>
      </p:sp>
      <p:sp>
        <p:nvSpPr>
          <p:cNvPr id="4" name="Slide Image Placeholder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80004"/>
            <a:ext cx="5618480" cy="3665458"/>
          </a:xfrm>
          <a:prstGeom prst="rect">
            <a:avLst/>
          </a:prstGeom>
        </p:spPr>
        <p:txBody>
          <a:bodyPr vert="horz" lIns="93324" tIns="46662" rIns="93324" bIns="46662"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30"/>
            <a:ext cx="3043343" cy="467071"/>
          </a:xfrm>
          <a:prstGeom prst="rect">
            <a:avLst/>
          </a:prstGeom>
        </p:spPr>
        <p:txBody>
          <a:bodyPr vert="horz" lIns="93324" tIns="46662" rIns="93324" bIns="46662" rtlCol="0" anchor="b"/>
          <a:lstStyle>
            <a:lvl1pPr algn="r">
              <a:defRPr sz="1200"/>
            </a:lvl1pPr>
          </a:lstStyle>
          <a:p>
            <a:fld id="{15FC0EB6-7143-49CD-A201-6D2F75F29169}" type="slidenum">
              <a:rPr lang="en-US" smtClean="0"/>
              <a:t>‹#›</a:t>
            </a:fld>
            <a:endParaRPr lang="en-US"/>
          </a:p>
        </p:txBody>
      </p:sp>
    </p:spTree>
    <p:extLst>
      <p:ext uri="{BB962C8B-B14F-4D97-AF65-F5344CB8AC3E}">
        <p14:creationId xmlns:p14="http://schemas.microsoft.com/office/powerpoint/2010/main" val="2319046346"/>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15FC0EB6-7143-49CD-A201-6D2F75F29169}" type="slidenum">
              <a:rPr lang="en-US" smtClean="0"/>
              <a:t>1</a:t>
            </a:fld>
            <a:endParaRPr lang="en-US"/>
          </a:p>
        </p:txBody>
      </p:sp>
    </p:spTree>
    <p:extLst>
      <p:ext uri="{BB962C8B-B14F-4D97-AF65-F5344CB8AC3E}">
        <p14:creationId xmlns:p14="http://schemas.microsoft.com/office/powerpoint/2010/main" val="980360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F917E4A2-A1B9-4569-B266-FF9ACD419444}" type="slidenum">
              <a:rPr lang="en-US" smtClean="0"/>
              <a:t>2</a:t>
            </a:fld>
            <a:endParaRPr lang="en-US"/>
          </a:p>
        </p:txBody>
      </p:sp>
    </p:spTree>
    <p:extLst>
      <p:ext uri="{BB962C8B-B14F-4D97-AF65-F5344CB8AC3E}">
        <p14:creationId xmlns:p14="http://schemas.microsoft.com/office/powerpoint/2010/main" val="953704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3323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93323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933237" rtl="0" eaLnBrk="1" fontAlgn="auto" latinLnBrk="0" hangingPunct="1">
              <a:lnSpc>
                <a:spcPct val="100000"/>
              </a:lnSpc>
              <a:spcBef>
                <a:spcPts val="0"/>
              </a:spcBef>
              <a:spcAft>
                <a:spcPts val="0"/>
              </a:spcAft>
              <a:buClrTx/>
              <a:buSzTx/>
              <a:buFontTx/>
              <a:buNone/>
              <a:tabLst/>
              <a:defRPr/>
            </a:pPr>
            <a:fld id="{F917E4A2-A1B9-4569-B266-FF9ACD41944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3237"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12828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15FC0EB6-7143-49CD-A201-6D2F75F29169}" type="slidenum">
              <a:rPr lang="en-US" smtClean="0"/>
              <a:t>4</a:t>
            </a:fld>
            <a:endParaRPr lang="en-US"/>
          </a:p>
        </p:txBody>
      </p:sp>
    </p:spTree>
    <p:extLst>
      <p:ext uri="{BB962C8B-B14F-4D97-AF65-F5344CB8AC3E}">
        <p14:creationId xmlns:p14="http://schemas.microsoft.com/office/powerpoint/2010/main" val="32585437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7C6A0-9C46-42D2-A2A6-141FB2098F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0F6D96-91FE-6E08-9FBA-9B22290008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6D10E4-585C-53C8-B349-90AEFF40050C}"/>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E6C45E7A-358F-9581-AD50-4F6F7FEF9CAD}"/>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3AC41014-5F1F-D37F-1E46-42A3E8060DE1}"/>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D6628DA0-5F64-8B03-4DC7-C04D321B2F9D}"/>
              </a:ext>
            </a:extLst>
          </p:cNvPr>
          <p:cNvSpPr>
            <a:spLocks noGrp="1"/>
          </p:cNvSpPr>
          <p:nvPr>
            <p:ph type="sldNum" sz="quarter" idx="5"/>
          </p:nvPr>
        </p:nvSpPr>
        <p:spPr/>
        <p:txBody>
          <a:bodyPr/>
          <a:lstStyle/>
          <a:p>
            <a:fld id="{15FC0EB6-7143-49CD-A201-6D2F75F29169}" type="slidenum">
              <a:rPr lang="en-US" smtClean="0"/>
              <a:t>5</a:t>
            </a:fld>
            <a:endParaRPr lang="en-US"/>
          </a:p>
        </p:txBody>
      </p:sp>
    </p:spTree>
    <p:extLst>
      <p:ext uri="{BB962C8B-B14F-4D97-AF65-F5344CB8AC3E}">
        <p14:creationId xmlns:p14="http://schemas.microsoft.com/office/powerpoint/2010/main" val="3888185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35119-45FE-82EB-C27C-38475FFDC5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55F80B-E312-7169-8641-2313AE5026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5138EC-E4E5-300D-5E24-6C6B96B286CE}"/>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287E0717-B1C8-FE5A-FC39-788F7022901C}"/>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6702CD74-647D-22A2-2033-C272C4A121E7}"/>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915C64F9-B5E9-0BB4-23BD-4F999DFE633F}"/>
              </a:ext>
            </a:extLst>
          </p:cNvPr>
          <p:cNvSpPr>
            <a:spLocks noGrp="1"/>
          </p:cNvSpPr>
          <p:nvPr>
            <p:ph type="sldNum" sz="quarter" idx="5"/>
          </p:nvPr>
        </p:nvSpPr>
        <p:spPr/>
        <p:txBody>
          <a:bodyPr/>
          <a:lstStyle/>
          <a:p>
            <a:fld id="{15FC0EB6-7143-49CD-A201-6D2F75F29169}" type="slidenum">
              <a:rPr lang="en-US" smtClean="0"/>
              <a:t>6</a:t>
            </a:fld>
            <a:endParaRPr lang="en-US"/>
          </a:p>
        </p:txBody>
      </p:sp>
    </p:spTree>
    <p:extLst>
      <p:ext uri="{BB962C8B-B14F-4D97-AF65-F5344CB8AC3E}">
        <p14:creationId xmlns:p14="http://schemas.microsoft.com/office/powerpoint/2010/main" val="38219723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320A4-D948-B0F1-9EFE-11EFBA3AFB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E04477-2B22-7394-6B6A-2970534679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FC5E36-387B-6F50-A573-D702206668C1}"/>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7933A897-DDEA-CBD7-A424-674E8B0B224A}"/>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FD2890E8-3A81-8B56-55A6-6D2C40651365}"/>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12727DB6-0EA7-6895-2F9E-DA9BF1942E16}"/>
              </a:ext>
            </a:extLst>
          </p:cNvPr>
          <p:cNvSpPr>
            <a:spLocks noGrp="1"/>
          </p:cNvSpPr>
          <p:nvPr>
            <p:ph type="sldNum" sz="quarter" idx="5"/>
          </p:nvPr>
        </p:nvSpPr>
        <p:spPr/>
        <p:txBody>
          <a:bodyPr/>
          <a:lstStyle/>
          <a:p>
            <a:fld id="{15FC0EB6-7143-49CD-A201-6D2F75F29169}" type="slidenum">
              <a:rPr lang="en-US" smtClean="0"/>
              <a:t>7</a:t>
            </a:fld>
            <a:endParaRPr lang="en-US"/>
          </a:p>
        </p:txBody>
      </p:sp>
    </p:spTree>
    <p:extLst>
      <p:ext uri="{BB962C8B-B14F-4D97-AF65-F5344CB8AC3E}">
        <p14:creationId xmlns:p14="http://schemas.microsoft.com/office/powerpoint/2010/main" val="753610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B21A6-0635-E265-ECC5-79ACC21B05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08A9FC-8521-74CA-03B0-AB88134A36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0FAA14-1EFB-B135-01EB-B3552B65BD65}"/>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650004D1-2E38-BDAC-85CD-21649810CA03}"/>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EFCBFADE-54A9-CFD6-F360-B09CEB212054}"/>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30AF6283-6261-D156-D47C-A1F7B74A8370}"/>
              </a:ext>
            </a:extLst>
          </p:cNvPr>
          <p:cNvSpPr>
            <a:spLocks noGrp="1"/>
          </p:cNvSpPr>
          <p:nvPr>
            <p:ph type="sldNum" sz="quarter" idx="5"/>
          </p:nvPr>
        </p:nvSpPr>
        <p:spPr/>
        <p:txBody>
          <a:bodyPr/>
          <a:lstStyle/>
          <a:p>
            <a:fld id="{15FC0EB6-7143-49CD-A201-6D2F75F29169}" type="slidenum">
              <a:rPr lang="en-US" smtClean="0"/>
              <a:t>8</a:t>
            </a:fld>
            <a:endParaRPr lang="en-US"/>
          </a:p>
        </p:txBody>
      </p:sp>
    </p:spTree>
    <p:extLst>
      <p:ext uri="{BB962C8B-B14F-4D97-AF65-F5344CB8AC3E}">
        <p14:creationId xmlns:p14="http://schemas.microsoft.com/office/powerpoint/2010/main" val="31672383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F76B6-9711-F7C8-799D-3924E17A61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5FA2FF-4739-843B-547E-409C7656B3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72B2CE-67C3-B697-B258-CD722DB5D068}"/>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DDACC83D-02E2-02A3-7E27-5ED74F03E246}"/>
              </a:ext>
            </a:extLst>
          </p:cNvPr>
          <p:cNvSpPr>
            <a:spLocks noGrp="1"/>
          </p:cNvSpPr>
          <p:nvPr>
            <p:ph type="hdr" sz="quarter"/>
          </p:nvPr>
        </p:nvSpPr>
        <p:spPr/>
        <p:txBody>
          <a:bodyPr/>
          <a:lstStyle/>
          <a:p>
            <a:pPr marL="0" marR="0" lvl="0" indent="0" algn="l" defTabSz="93323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4553A553-BE4C-99D7-E77C-DE8ED615D27B}"/>
              </a:ext>
            </a:extLst>
          </p:cNvPr>
          <p:cNvSpPr>
            <a:spLocks noGrp="1"/>
          </p:cNvSpPr>
          <p:nvPr>
            <p:ph type="ftr" sz="quarter" idx="4"/>
          </p:nvPr>
        </p:nvSpPr>
        <p:spPr/>
        <p:txBody>
          <a:bodyPr/>
          <a:lstStyle/>
          <a:p>
            <a:pPr marL="0" marR="0" lvl="0" indent="0" algn="l" defTabSz="93323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4EEF599B-A1CC-E4EA-229E-FD523491EE27}"/>
              </a:ext>
            </a:extLst>
          </p:cNvPr>
          <p:cNvSpPr>
            <a:spLocks noGrp="1"/>
          </p:cNvSpPr>
          <p:nvPr>
            <p:ph type="sldNum" sz="quarter" idx="5"/>
          </p:nvPr>
        </p:nvSpPr>
        <p:spPr/>
        <p:txBody>
          <a:bodyPr/>
          <a:lstStyle/>
          <a:p>
            <a:pPr marL="0" marR="0" lvl="0" indent="0" algn="r" defTabSz="933237" rtl="0" eaLnBrk="1" fontAlgn="auto" latinLnBrk="0" hangingPunct="1">
              <a:lnSpc>
                <a:spcPct val="100000"/>
              </a:lnSpc>
              <a:spcBef>
                <a:spcPts val="0"/>
              </a:spcBef>
              <a:spcAft>
                <a:spcPts val="0"/>
              </a:spcAft>
              <a:buClrTx/>
              <a:buSzTx/>
              <a:buFontTx/>
              <a:buNone/>
              <a:tabLst/>
              <a:defRPr/>
            </a:pPr>
            <a:fld id="{F917E4A2-A1B9-4569-B266-FF9ACD41944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3237"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04477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86FC9-A259-D288-4338-015BBDC1C4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FDD1A2-AA3F-8964-CE91-8739BFFF5E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296397-9F33-3F39-AE0B-FA18D62EB82E}"/>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C466DB94-42ED-D820-62E8-EE1A0AAEE681}"/>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EFDD69AF-1920-A1A0-2B70-EAA0FD4710E9}"/>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90063FE8-23EB-5A37-BD62-BA8A59EEA886}"/>
              </a:ext>
            </a:extLst>
          </p:cNvPr>
          <p:cNvSpPr>
            <a:spLocks noGrp="1"/>
          </p:cNvSpPr>
          <p:nvPr>
            <p:ph type="sldNum" sz="quarter" idx="5"/>
          </p:nvPr>
        </p:nvSpPr>
        <p:spPr/>
        <p:txBody>
          <a:bodyPr/>
          <a:lstStyle/>
          <a:p>
            <a:fld id="{15FC0EB6-7143-49CD-A201-6D2F75F29169}" type="slidenum">
              <a:rPr lang="en-US" smtClean="0"/>
              <a:t>10</a:t>
            </a:fld>
            <a:endParaRPr lang="en-US"/>
          </a:p>
        </p:txBody>
      </p:sp>
    </p:spTree>
    <p:extLst>
      <p:ext uri="{BB962C8B-B14F-4D97-AF65-F5344CB8AC3E}">
        <p14:creationId xmlns:p14="http://schemas.microsoft.com/office/powerpoint/2010/main" val="34339413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D2610-6F97-47EE-B7B4-F0D32F0059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517666-C1D1-1611-1423-ECCA456D1C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38EE49-8631-1444-BECD-2260C42F475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4DC87912-5C79-928F-81D6-77CB2B022F4D}"/>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93CA805C-383C-3F96-DB2A-77EB38D24249}"/>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16A1F505-1C22-5490-7A6E-A6ACEB336292}"/>
              </a:ext>
            </a:extLst>
          </p:cNvPr>
          <p:cNvSpPr>
            <a:spLocks noGrp="1"/>
          </p:cNvSpPr>
          <p:nvPr>
            <p:ph type="sldNum" sz="quarter" idx="5"/>
          </p:nvPr>
        </p:nvSpPr>
        <p:spPr/>
        <p:txBody>
          <a:bodyPr/>
          <a:lstStyle/>
          <a:p>
            <a:fld id="{15FC0EB6-7143-49CD-A201-6D2F75F29169}" type="slidenum">
              <a:rPr lang="en-US" smtClean="0"/>
              <a:t>11</a:t>
            </a:fld>
            <a:endParaRPr lang="en-US"/>
          </a:p>
        </p:txBody>
      </p:sp>
    </p:spTree>
    <p:extLst>
      <p:ext uri="{BB962C8B-B14F-4D97-AF65-F5344CB8AC3E}">
        <p14:creationId xmlns:p14="http://schemas.microsoft.com/office/powerpoint/2010/main" val="1124881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15FC0EB6-7143-49CD-A201-6D2F75F29169}" type="slidenum">
              <a:rPr lang="en-US" smtClean="0"/>
              <a:t>12</a:t>
            </a:fld>
            <a:endParaRPr lang="en-US"/>
          </a:p>
        </p:txBody>
      </p:sp>
    </p:spTree>
    <p:extLst>
      <p:ext uri="{BB962C8B-B14F-4D97-AF65-F5344CB8AC3E}">
        <p14:creationId xmlns:p14="http://schemas.microsoft.com/office/powerpoint/2010/main" val="7712930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BC001-0992-1914-E337-1BE352F37D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228B15-4BFB-8BE3-F206-77295A1EE6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0147F-DFBF-F936-A73E-1111EC5F3FA8}"/>
              </a:ext>
            </a:extLst>
          </p:cNvPr>
          <p:cNvSpPr>
            <a:spLocks noGrp="1"/>
          </p:cNvSpPr>
          <p:nvPr>
            <p:ph type="body" idx="1"/>
          </p:nvPr>
        </p:nvSpPr>
        <p:spPr/>
        <p:txBody>
          <a:bodyPr/>
          <a:lstStyle/>
          <a:p>
            <a:endParaRPr lang="en-GB"/>
          </a:p>
        </p:txBody>
      </p:sp>
      <p:sp>
        <p:nvSpPr>
          <p:cNvPr id="4" name="Header Placeholder 3">
            <a:extLst>
              <a:ext uri="{FF2B5EF4-FFF2-40B4-BE49-F238E27FC236}">
                <a16:creationId xmlns:a16="http://schemas.microsoft.com/office/drawing/2014/main" id="{7BBE0269-6FC0-D762-71F4-7C95102A3891}"/>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FE91CE31-A063-08DB-8CF9-676E5E99D60D}"/>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11234A97-47F5-EEA9-842E-C6790A3A156A}"/>
              </a:ext>
            </a:extLst>
          </p:cNvPr>
          <p:cNvSpPr>
            <a:spLocks noGrp="1"/>
          </p:cNvSpPr>
          <p:nvPr>
            <p:ph type="sldNum" sz="quarter" idx="5"/>
          </p:nvPr>
        </p:nvSpPr>
        <p:spPr/>
        <p:txBody>
          <a:bodyPr/>
          <a:lstStyle/>
          <a:p>
            <a:fld id="{15FC0EB6-7143-49CD-A201-6D2F75F29169}" type="slidenum">
              <a:rPr lang="en-US" smtClean="0"/>
              <a:t>13</a:t>
            </a:fld>
            <a:endParaRPr lang="en-US"/>
          </a:p>
        </p:txBody>
      </p:sp>
    </p:spTree>
    <p:extLst>
      <p:ext uri="{BB962C8B-B14F-4D97-AF65-F5344CB8AC3E}">
        <p14:creationId xmlns:p14="http://schemas.microsoft.com/office/powerpoint/2010/main" val="27301554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3323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93323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933237" rtl="0" eaLnBrk="1" fontAlgn="auto" latinLnBrk="0" hangingPunct="1">
              <a:lnSpc>
                <a:spcPct val="100000"/>
              </a:lnSpc>
              <a:spcBef>
                <a:spcPts val="0"/>
              </a:spcBef>
              <a:spcAft>
                <a:spcPts val="0"/>
              </a:spcAft>
              <a:buClrTx/>
              <a:buSzTx/>
              <a:buFontTx/>
              <a:buNone/>
              <a:tabLst/>
              <a:defRPr/>
            </a:pPr>
            <a:fld id="{F917E4A2-A1B9-4569-B266-FF9ACD41944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3237"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64276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F917E4A2-A1B9-4569-B266-FF9ACD419444}" type="slidenum">
              <a:rPr lang="en-US" smtClean="0"/>
              <a:t>15</a:t>
            </a:fld>
            <a:endParaRPr lang="en-US"/>
          </a:p>
        </p:txBody>
      </p:sp>
    </p:spTree>
    <p:extLst>
      <p:ext uri="{BB962C8B-B14F-4D97-AF65-F5344CB8AC3E}">
        <p14:creationId xmlns:p14="http://schemas.microsoft.com/office/powerpoint/2010/main" val="22111056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FC370-CBBF-F9E5-B325-B49B6D1DC3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E4A775-71EF-33C4-1737-DF18DB3A73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163BBD-9D14-8D1D-1A90-21B9CD92E5B1}"/>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AC17831F-D670-C552-277F-AD19D9EE054A}"/>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3C5E8621-C320-23EB-363E-51028D71ABF5}"/>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363CBF55-83D5-D2AB-B674-EDBA061268F5}"/>
              </a:ext>
            </a:extLst>
          </p:cNvPr>
          <p:cNvSpPr>
            <a:spLocks noGrp="1"/>
          </p:cNvSpPr>
          <p:nvPr>
            <p:ph type="sldNum" sz="quarter" idx="5"/>
          </p:nvPr>
        </p:nvSpPr>
        <p:spPr/>
        <p:txBody>
          <a:bodyPr/>
          <a:lstStyle/>
          <a:p>
            <a:fld id="{F917E4A2-A1B9-4569-B266-FF9ACD419444}" type="slidenum">
              <a:rPr lang="en-US" smtClean="0"/>
              <a:t>16</a:t>
            </a:fld>
            <a:endParaRPr lang="en-US"/>
          </a:p>
        </p:txBody>
      </p:sp>
    </p:spTree>
    <p:extLst>
      <p:ext uri="{BB962C8B-B14F-4D97-AF65-F5344CB8AC3E}">
        <p14:creationId xmlns:p14="http://schemas.microsoft.com/office/powerpoint/2010/main" val="36949192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3323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93323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933237" rtl="0" eaLnBrk="1" fontAlgn="auto" latinLnBrk="0" hangingPunct="1">
              <a:lnSpc>
                <a:spcPct val="100000"/>
              </a:lnSpc>
              <a:spcBef>
                <a:spcPts val="0"/>
              </a:spcBef>
              <a:spcAft>
                <a:spcPts val="0"/>
              </a:spcAft>
              <a:buClrTx/>
              <a:buSzTx/>
              <a:buFontTx/>
              <a:buNone/>
              <a:tabLst/>
              <a:defRPr/>
            </a:pPr>
            <a:fld id="{F917E4A2-A1B9-4569-B266-FF9ACD41944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3237"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246102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6.png"/><Relationship Id="rId7"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oleObject" Target="../embeddings/oleObject2.bin"/><Relationship Id="rId11" Type="http://schemas.openxmlformats.org/officeDocument/2006/relationships/image" Target="../media/image5.png"/><Relationship Id="rId5" Type="http://schemas.openxmlformats.org/officeDocument/2006/relationships/image" Target="../media/image7.png"/><Relationship Id="rId10" Type="http://schemas.openxmlformats.org/officeDocument/2006/relationships/image" Target="../media/image4.png"/><Relationship Id="rId4" Type="http://schemas.microsoft.com/office/2007/relationships/hdphoto" Target="../media/hdphoto1.wdp"/><Relationship Id="rId9" Type="http://schemas.openxmlformats.org/officeDocument/2006/relationships/image" Target="../media/image9.svg"/></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7.xml"/><Relationship Id="rId7" Type="http://schemas.openxmlformats.org/officeDocument/2006/relationships/image" Target="../media/image10.emf"/><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oleObject" Target="../embeddings/oleObject4.bin"/><Relationship Id="rId11" Type="http://schemas.openxmlformats.org/officeDocument/2006/relationships/image" Target="../media/image13.png"/><Relationship Id="rId5" Type="http://schemas.openxmlformats.org/officeDocument/2006/relationships/slideMaster" Target="../slideMasters/slideMaster1.xml"/><Relationship Id="rId10" Type="http://schemas.openxmlformats.org/officeDocument/2006/relationships/oleObject" Target="../embeddings/oleObject5.bin"/><Relationship Id="rId4" Type="http://schemas.openxmlformats.org/officeDocument/2006/relationships/tags" Target="../tags/tag8.xml"/><Relationship Id="rId9" Type="http://schemas.openxmlformats.org/officeDocument/2006/relationships/image" Target="../media/image12.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over">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BA58F7-1417-4432-83FE-F47AAC08159E}"/>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a:ext>
            </a:extLst>
          </a:blip>
          <a:srcRect l="3187" t="3486" r="14380" b="10808"/>
          <a:stretch/>
        </p:blipFill>
        <p:spPr>
          <a:xfrm>
            <a:off x="0" y="0"/>
            <a:ext cx="6596109" cy="6858000"/>
          </a:xfrm>
          <a:prstGeom prst="rect">
            <a:avLst/>
          </a:prstGeom>
        </p:spPr>
      </p:pic>
      <p:pic>
        <p:nvPicPr>
          <p:cNvPr id="8" name="Picture 7"/>
          <p:cNvPicPr>
            <a:picLocks noChangeAspect="1"/>
          </p:cNvPicPr>
          <p:nvPr userDrawn="1"/>
        </p:nvPicPr>
        <p:blipFill rotWithShape="1">
          <a:blip r:embed="rId5" cstate="email">
            <a:extLst>
              <a:ext uri="{28A0092B-C50C-407E-A947-70E740481C1C}">
                <a14:useLocalDpi xmlns:a14="http://schemas.microsoft.com/office/drawing/2010/main"/>
              </a:ext>
            </a:extLst>
          </a:blip>
          <a:srcRect/>
          <a:stretch/>
        </p:blipFill>
        <p:spPr>
          <a:xfrm flipH="1">
            <a:off x="3126798" y="0"/>
            <a:ext cx="9102147" cy="6858000"/>
          </a:xfrm>
          <a:prstGeom prst="rect">
            <a:avLst/>
          </a:prstGeom>
        </p:spPr>
      </p:pic>
      <p:graphicFrame>
        <p:nvGraphicFramePr>
          <p:cNvPr id="11" name="Object 10"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6" imgW="395" imgH="396" progId="TCLayout.ActiveDocument.1">
                  <p:embed/>
                </p:oleObj>
              </mc:Choice>
              <mc:Fallback>
                <p:oleObj name="think-cell Slide" r:id="rId6" imgW="395" imgH="396" progId="TCLayout.ActiveDocument.1">
                  <p:embed/>
                  <p:pic>
                    <p:nvPicPr>
                      <p:cNvPr id="11" name="Object 10" hidden="1"/>
                      <p:cNvPicPr/>
                      <p:nvPr/>
                    </p:nvPicPr>
                    <p:blipFill>
                      <a:blip r:embed="rId7"/>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p:nvPr>
        </p:nvSpPr>
        <p:spPr>
          <a:xfrm>
            <a:off x="6304742" y="1801502"/>
            <a:ext cx="5724525" cy="1558119"/>
          </a:xfrm>
          <a:prstGeom prst="rect">
            <a:avLst/>
          </a:prstGeom>
        </p:spPr>
        <p:txBody>
          <a:bodyPr lIns="0" tIns="0" rIns="0" bIns="0" anchor="b"/>
          <a:lstStyle>
            <a:lvl1pPr algn="l">
              <a:defRPr sz="5500" b="1">
                <a:solidFill>
                  <a:schemeClr val="bg1"/>
                </a:solidFill>
                <a:latin typeface="Tahoma" panose="020B0604030504040204" pitchFamily="34" charset="0"/>
              </a:defRPr>
            </a:lvl1pPr>
          </a:lstStyle>
          <a:p>
            <a:r>
              <a:rPr lang="en-US"/>
              <a:t>Click to edit Master title</a:t>
            </a:r>
          </a:p>
        </p:txBody>
      </p:sp>
      <p:sp>
        <p:nvSpPr>
          <p:cNvPr id="3" name="Subtitle 2"/>
          <p:cNvSpPr>
            <a:spLocks noGrp="1"/>
          </p:cNvSpPr>
          <p:nvPr>
            <p:ph type="subTitle" idx="1" hasCustomPrompt="1"/>
          </p:nvPr>
        </p:nvSpPr>
        <p:spPr>
          <a:xfrm>
            <a:off x="6304742" y="3990517"/>
            <a:ext cx="5724525" cy="307777"/>
          </a:xfrm>
          <a:prstGeom prst="rect">
            <a:avLst/>
          </a:prstGeom>
        </p:spPr>
        <p:txBody>
          <a:bodyPr lIns="0" tIns="0" rIns="0" bIns="0" anchor="ctr" anchorCtr="0"/>
          <a:lstStyle>
            <a:lvl1pPr marL="0" indent="0" algn="l">
              <a:buNone/>
              <a:defRPr sz="2000" b="0">
                <a:solidFill>
                  <a:schemeClr val="accent4"/>
                </a:solidFill>
                <a:latin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dd/mm/</a:t>
            </a:r>
            <a:r>
              <a:rPr lang="en-US" err="1"/>
              <a:t>yyyy</a:t>
            </a:r>
            <a:endParaRPr lang="en-US"/>
          </a:p>
        </p:txBody>
      </p:sp>
      <p:pic>
        <p:nvPicPr>
          <p:cNvPr id="14" name="Graphic 13">
            <a:extLst>
              <a:ext uri="{FF2B5EF4-FFF2-40B4-BE49-F238E27FC236}">
                <a16:creationId xmlns:a16="http://schemas.microsoft.com/office/drawing/2014/main" id="{1C3A4879-DCDA-481B-8D06-58579458ADB7}"/>
              </a:ext>
            </a:extLst>
          </p:cNvPr>
          <p:cNvPicPr>
            <a:picLocks noChangeAspect="1"/>
          </p:cNvPicPr>
          <p:nvPr userDrawn="1"/>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272857" y="63535"/>
            <a:ext cx="1756410" cy="1221850"/>
          </a:xfrm>
          <a:prstGeom prst="rect">
            <a:avLst/>
          </a:prstGeom>
        </p:spPr>
      </p:pic>
      <p:pic>
        <p:nvPicPr>
          <p:cNvPr id="24" name="Picture 2" descr="شعار وزارة الداخلية Download png">
            <a:extLst>
              <a:ext uri="{FF2B5EF4-FFF2-40B4-BE49-F238E27FC236}">
                <a16:creationId xmlns:a16="http://schemas.microsoft.com/office/drawing/2014/main" id="{ABCE5918-4F56-1395-A1B3-555910E91DA0}"/>
              </a:ext>
            </a:extLst>
          </p:cNvPr>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81698" y="-142547"/>
            <a:ext cx="1828800" cy="18288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963375F2-EFC1-3589-C783-CE7DA120612C}"/>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684000" y="63535"/>
            <a:ext cx="1505900" cy="1554480"/>
          </a:xfrm>
          <a:prstGeom prst="rect">
            <a:avLst/>
          </a:prstGeom>
        </p:spPr>
      </p:pic>
      <p:sp>
        <p:nvSpPr>
          <p:cNvPr id="4" name="hcSlideMaster.CoverHeader" descr="Classification: Public ">
            <a:extLst>
              <a:ext uri="{FF2B5EF4-FFF2-40B4-BE49-F238E27FC236}">
                <a16:creationId xmlns:a16="http://schemas.microsoft.com/office/drawing/2014/main" id="{FA01DC9F-8BD9-4A5D-BD15-18D954F3E693}"/>
              </a:ext>
            </a:extLst>
          </p:cNvPr>
          <p:cNvSpPr txBox="1"/>
          <p:nvPr userDrawn="1"/>
        </p:nvSpPr>
        <p:spPr>
          <a:xfrm>
            <a:off x="0" y="0"/>
            <a:ext cx="12192000" cy="276999"/>
          </a:xfrm>
          <a:prstGeom prst="rect">
            <a:avLst/>
          </a:prstGeom>
          <a:noFill/>
        </p:spPr>
        <p:txBody>
          <a:bodyPr vert="horz" rtlCol="0">
            <a:spAutoFit/>
          </a:bodyPr>
          <a:lstStyle/>
          <a:p>
            <a:pPr algn="ctr"/>
            <a:r>
              <a:rPr lang="en-US" sz="1200" b="0" i="0" u="none" strike="noStrike" baseline="0">
                <a:solidFill>
                  <a:srgbClr val="000000"/>
                </a:solidFill>
                <a:latin typeface="Microsoft Sans Serif" panose="020B0604020202020204" pitchFamily="34" charset="0"/>
                <a:cs typeface="Microsoft Sans Serif" panose="020B0604020202020204" pitchFamily="34" charset="0"/>
              </a:rPr>
              <a:t>Classification: </a:t>
            </a:r>
            <a:r>
              <a:rPr lang="en-US" sz="1200" b="1" i="0" u="none" strike="noStrike" baseline="0">
                <a:solidFill>
                  <a:srgbClr val="008000"/>
                </a:solidFill>
                <a:latin typeface="Microsoft Sans Serif" panose="020B0604020202020204" pitchFamily="34" charset="0"/>
                <a:cs typeface="Microsoft Sans Serif" panose="020B0604020202020204" pitchFamily="34" charset="0"/>
              </a:rPr>
              <a:t>Public</a:t>
            </a:r>
            <a:r>
              <a:rPr lang="en-US" sz="1200" b="0" i="0" u="none" strike="noStrike" baseline="0">
                <a:solidFill>
                  <a:srgbClr val="000000"/>
                </a:solidFill>
                <a:latin typeface="Microsoft Sans Serif" panose="020B0604020202020204" pitchFamily="34" charset="0"/>
                <a:cs typeface="Microsoft Sans Serif" panose="020B0604020202020204" pitchFamily="34" charset="0"/>
              </a:rPr>
              <a:t> </a:t>
            </a:r>
          </a:p>
        </p:txBody>
      </p:sp>
    </p:spTree>
    <p:extLst>
      <p:ext uri="{BB962C8B-B14F-4D97-AF65-F5344CB8AC3E}">
        <p14:creationId xmlns:p14="http://schemas.microsoft.com/office/powerpoint/2010/main" val="38711384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graphicFrame>
        <p:nvGraphicFramePr>
          <p:cNvPr id="16" name="Object 15"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6" name="Object 15"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hcSlideMaster.1_BlankHeader" descr="Classification: Public ">
            <a:extLst>
              <a:ext uri="{FF2B5EF4-FFF2-40B4-BE49-F238E27FC236}">
                <a16:creationId xmlns:a16="http://schemas.microsoft.com/office/drawing/2014/main" id="{F38D6CB5-722A-4B1F-9C25-4D51FFA10A78}"/>
              </a:ext>
            </a:extLst>
          </p:cNvPr>
          <p:cNvSpPr txBox="1"/>
          <p:nvPr userDrawn="1"/>
        </p:nvSpPr>
        <p:spPr>
          <a:xfrm>
            <a:off x="0" y="0"/>
            <a:ext cx="12192000" cy="276999"/>
          </a:xfrm>
          <a:prstGeom prst="rect">
            <a:avLst/>
          </a:prstGeom>
          <a:noFill/>
        </p:spPr>
        <p:txBody>
          <a:bodyPr vert="horz" rtlCol="0">
            <a:spAutoFit/>
          </a:bodyPr>
          <a:lstStyle/>
          <a:p>
            <a:pPr algn="ctr"/>
            <a:r>
              <a:rPr lang="en-US" sz="1200" b="0" i="0" u="none" strike="noStrike" baseline="0">
                <a:solidFill>
                  <a:srgbClr val="000000"/>
                </a:solidFill>
                <a:latin typeface="Microsoft Sans Serif" panose="020B0604020202020204" pitchFamily="34" charset="0"/>
                <a:cs typeface="Microsoft Sans Serif" panose="020B0604020202020204" pitchFamily="34" charset="0"/>
              </a:rPr>
              <a:t>Classification: </a:t>
            </a:r>
            <a:r>
              <a:rPr lang="en-US" sz="1200" b="1" i="0" u="none" strike="noStrike" baseline="0">
                <a:solidFill>
                  <a:srgbClr val="008000"/>
                </a:solidFill>
                <a:latin typeface="Microsoft Sans Serif" panose="020B0604020202020204" pitchFamily="34" charset="0"/>
                <a:cs typeface="Microsoft Sans Serif" panose="020B0604020202020204" pitchFamily="34" charset="0"/>
              </a:rPr>
              <a:t>Public</a:t>
            </a:r>
            <a:r>
              <a:rPr lang="en-US" sz="1200" b="0" i="0" u="none" strike="noStrike" baseline="0">
                <a:solidFill>
                  <a:srgbClr val="000000"/>
                </a:solidFill>
                <a:latin typeface="Microsoft Sans Serif" panose="020B0604020202020204" pitchFamily="34" charset="0"/>
                <a:cs typeface="Microsoft Sans Serif" panose="020B0604020202020204" pitchFamily="34" charset="0"/>
              </a:rPr>
              <a:t> </a:t>
            </a:r>
          </a:p>
        </p:txBody>
      </p:sp>
    </p:spTree>
    <p:extLst>
      <p:ext uri="{BB962C8B-B14F-4D97-AF65-F5344CB8AC3E}">
        <p14:creationId xmlns:p14="http://schemas.microsoft.com/office/powerpoint/2010/main" val="3519369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ontent-Empty">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918CD55-F38F-4B10-BC00-01294477C7AD}"/>
              </a:ext>
            </a:extLst>
          </p:cNvPr>
          <p:cNvCxnSpPr>
            <a:cxnSpLocks/>
          </p:cNvCxnSpPr>
          <p:nvPr userDrawn="1"/>
        </p:nvCxnSpPr>
        <p:spPr>
          <a:xfrm flipH="1">
            <a:off x="2595705" y="1061792"/>
            <a:ext cx="761091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5020A513-DCF5-4584-AF0A-B362F6DF1025}"/>
              </a:ext>
            </a:extLst>
          </p:cNvPr>
          <p:cNvSpPr/>
          <p:nvPr userDrawn="1"/>
        </p:nvSpPr>
        <p:spPr bwMode="auto">
          <a:xfrm>
            <a:off x="3334215" y="635620"/>
            <a:ext cx="6262080" cy="426171"/>
          </a:xfrm>
          <a:prstGeom prst="roundRect">
            <a:avLst/>
          </a:prstGeom>
          <a:solidFill>
            <a:schemeClr val="bg1"/>
          </a:solidFill>
          <a:ln>
            <a:noFill/>
          </a:ln>
          <a:effectLst/>
        </p:spPr>
        <p:txBody>
          <a:bodyPr rtlCol="0" anchor="ctr"/>
          <a:lstStyle/>
          <a:p>
            <a:pPr marL="0" marR="0" lvl="0" indent="0" algn="ctr" defTabSz="914400" rtl="0" eaLnBrk="0" fontAlgn="base" latinLnBrk="0" hangingPunct="0">
              <a:lnSpc>
                <a:spcPct val="100000"/>
              </a:lnSpc>
              <a:spcBef>
                <a:spcPct val="0"/>
              </a:spcBef>
              <a:spcAft>
                <a:spcPct val="0"/>
              </a:spcAft>
              <a:buClr>
                <a:srgbClr val="000000"/>
              </a:buClr>
              <a:buSzTx/>
              <a:buFont typeface="Wingdings" pitchFamily="2" charset="2"/>
              <a:buNone/>
              <a:tabLst/>
              <a:defRPr/>
            </a:pPr>
            <a:endParaRPr lang="en-US" sz="2000" b="1" dirty="0">
              <a:solidFill>
                <a:schemeClr val="tx1"/>
              </a:solidFill>
            </a:endParaRPr>
          </a:p>
        </p:txBody>
      </p:sp>
      <p:sp>
        <p:nvSpPr>
          <p:cNvPr id="2" name="hcSlideMaster.Content-EmptyHeader" descr="Classification: Public ">
            <a:extLst>
              <a:ext uri="{FF2B5EF4-FFF2-40B4-BE49-F238E27FC236}">
                <a16:creationId xmlns:a16="http://schemas.microsoft.com/office/drawing/2014/main" id="{CAD2510B-6CE1-483F-8566-DFDAE8996860}"/>
              </a:ext>
            </a:extLst>
          </p:cNvPr>
          <p:cNvSpPr txBox="1"/>
          <p:nvPr userDrawn="1"/>
        </p:nvSpPr>
        <p:spPr>
          <a:xfrm>
            <a:off x="0" y="0"/>
            <a:ext cx="12192000" cy="276999"/>
          </a:xfrm>
          <a:prstGeom prst="rect">
            <a:avLst/>
          </a:prstGeom>
          <a:noFill/>
        </p:spPr>
        <p:txBody>
          <a:bodyPr vert="horz" rtlCol="0">
            <a:spAutoFit/>
          </a:bodyPr>
          <a:lstStyle/>
          <a:p>
            <a:pPr algn="ctr"/>
            <a:r>
              <a:rPr lang="en-US" sz="1200" b="0" i="0" u="none" strike="noStrike" baseline="0">
                <a:solidFill>
                  <a:srgbClr val="000000"/>
                </a:solidFill>
                <a:latin typeface="Microsoft Sans Serif" panose="020B0604020202020204" pitchFamily="34" charset="0"/>
                <a:cs typeface="Microsoft Sans Serif" panose="020B0604020202020204" pitchFamily="34" charset="0"/>
              </a:rPr>
              <a:t>Classification: </a:t>
            </a:r>
            <a:r>
              <a:rPr lang="en-US" sz="1200" b="1" i="0" u="none" strike="noStrike" baseline="0">
                <a:solidFill>
                  <a:srgbClr val="008000"/>
                </a:solidFill>
                <a:latin typeface="Microsoft Sans Serif" panose="020B0604020202020204" pitchFamily="34" charset="0"/>
                <a:cs typeface="Microsoft Sans Serif" panose="020B0604020202020204" pitchFamily="34" charset="0"/>
              </a:rPr>
              <a:t>Public</a:t>
            </a:r>
            <a:r>
              <a:rPr lang="en-US" sz="1200" b="0" i="0" u="none" strike="noStrike" baseline="0">
                <a:solidFill>
                  <a:srgbClr val="000000"/>
                </a:solidFill>
                <a:latin typeface="Microsoft Sans Serif" panose="020B0604020202020204" pitchFamily="34" charset="0"/>
                <a:cs typeface="Microsoft Sans Serif" panose="020B0604020202020204" pitchFamily="34" charset="0"/>
              </a:rPr>
              <a:t> </a:t>
            </a:r>
          </a:p>
        </p:txBody>
      </p:sp>
    </p:spTree>
    <p:extLst>
      <p:ext uri="{BB962C8B-B14F-4D97-AF65-F5344CB8AC3E}">
        <p14:creationId xmlns:p14="http://schemas.microsoft.com/office/powerpoint/2010/main" val="37462829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8006D8AF-13EE-73D3-5187-0BC54B928494}"/>
              </a:ext>
            </a:extLst>
          </p:cNvPr>
          <p:cNvGraphicFramePr>
            <a:graphicFrameLocks noChangeAspect="1"/>
          </p:cNvGraphicFramePr>
          <p:nvPr>
            <p:custDataLst>
              <p:tags r:id="rId1"/>
            </p:custDataLst>
            <p:extLst>
              <p:ext uri="{D42A27DB-BD31-4B8C-83A1-F6EECF244321}">
                <p14:modId xmlns:p14="http://schemas.microsoft.com/office/powerpoint/2010/main" val="12811393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7" imgH="348" progId="TCLayout.ActiveDocument.1">
                  <p:embed/>
                </p:oleObj>
              </mc:Choice>
              <mc:Fallback>
                <p:oleObj name="think-cell Slide" r:id="rId6" imgW="347" imgH="348" progId="TCLayout.ActiveDocument.1">
                  <p:embed/>
                  <p:pic>
                    <p:nvPicPr>
                      <p:cNvPr id="9" name="Object 8" hidden="1">
                        <a:extLst>
                          <a:ext uri="{FF2B5EF4-FFF2-40B4-BE49-F238E27FC236}">
                            <a16:creationId xmlns:a16="http://schemas.microsoft.com/office/drawing/2014/main" id="{8006D8AF-13EE-73D3-5187-0BC54B928494}"/>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F4B62E10-79FA-6E50-E12E-7348E2348D13}"/>
              </a:ext>
            </a:extLst>
          </p:cNvPr>
          <p:cNvSpPr/>
          <p:nvPr/>
        </p:nvSpPr>
        <p:spPr>
          <a:xfrm>
            <a:off x="0" y="6238143"/>
            <a:ext cx="12192000" cy="61985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Sakkal Majalla" panose="02000000000000000000" pitchFamily="2" charset="-78"/>
            </a:endParaRPr>
          </a:p>
        </p:txBody>
      </p:sp>
      <p:sp>
        <p:nvSpPr>
          <p:cNvPr id="7" name="Freeform 5">
            <a:extLst>
              <a:ext uri="{FF2B5EF4-FFF2-40B4-BE49-F238E27FC236}">
                <a16:creationId xmlns:a16="http://schemas.microsoft.com/office/drawing/2014/main" id="{B096F9D3-4439-BEAD-A067-FAB29027D08B}"/>
              </a:ext>
            </a:extLst>
          </p:cNvPr>
          <p:cNvSpPr>
            <a:spLocks noEditPoints="1"/>
          </p:cNvSpPr>
          <p:nvPr/>
        </p:nvSpPr>
        <p:spPr bwMode="auto">
          <a:xfrm flipH="1">
            <a:off x="-2177266" y="0"/>
            <a:ext cx="8420612" cy="6867728"/>
          </a:xfrm>
          <a:custGeom>
            <a:avLst/>
            <a:gdLst>
              <a:gd name="T0" fmla="*/ 11084 w 11515"/>
              <a:gd name="T1" fmla="*/ 9240 h 9428"/>
              <a:gd name="T2" fmla="*/ 11114 w 11515"/>
              <a:gd name="T3" fmla="*/ 9428 h 9428"/>
              <a:gd name="T4" fmla="*/ 11091 w 11515"/>
              <a:gd name="T5" fmla="*/ 9249 h 9428"/>
              <a:gd name="T6" fmla="*/ 11515 w 11515"/>
              <a:gd name="T7" fmla="*/ 9100 h 9428"/>
              <a:gd name="T8" fmla="*/ 1000 w 11515"/>
              <a:gd name="T9" fmla="*/ 0 h 9428"/>
              <a:gd name="T10" fmla="*/ 0 w 11515"/>
              <a:gd name="T11" fmla="*/ 4292 h 9428"/>
              <a:gd name="T12" fmla="*/ 1468 w 11515"/>
              <a:gd name="T13" fmla="*/ 9428 h 9428"/>
              <a:gd name="T14" fmla="*/ 772 w 11515"/>
              <a:gd name="T15" fmla="*/ 8066 h 9428"/>
              <a:gd name="T16" fmla="*/ 848 w 11515"/>
              <a:gd name="T17" fmla="*/ 346 h 9428"/>
              <a:gd name="T18" fmla="*/ 3475 w 11515"/>
              <a:gd name="T19" fmla="*/ 0 h 9428"/>
              <a:gd name="T20" fmla="*/ 3086 w 11515"/>
              <a:gd name="T21" fmla="*/ 602 h 9428"/>
              <a:gd name="T22" fmla="*/ 2634 w 11515"/>
              <a:gd name="T23" fmla="*/ 0 h 9428"/>
              <a:gd name="T24" fmla="*/ 2464 w 11515"/>
              <a:gd name="T25" fmla="*/ 273 h 9428"/>
              <a:gd name="T26" fmla="*/ 2241 w 11515"/>
              <a:gd name="T27" fmla="*/ 0 h 9428"/>
              <a:gd name="T28" fmla="*/ 2162 w 11515"/>
              <a:gd name="T29" fmla="*/ 119 h 9428"/>
              <a:gd name="T30" fmla="*/ 2459 w 11515"/>
              <a:gd name="T31" fmla="*/ 281 h 9428"/>
              <a:gd name="T32" fmla="*/ 1420 w 11515"/>
              <a:gd name="T33" fmla="*/ 4292 h 9428"/>
              <a:gd name="T34" fmla="*/ 2043 w 11515"/>
              <a:gd name="T35" fmla="*/ 9428 h 9428"/>
              <a:gd name="T36" fmla="*/ 2796 w 11515"/>
              <a:gd name="T37" fmla="*/ 8847 h 9428"/>
              <a:gd name="T38" fmla="*/ 2797 w 11515"/>
              <a:gd name="T39" fmla="*/ 8841 h 9428"/>
              <a:gd name="T40" fmla="*/ 1703 w 11515"/>
              <a:gd name="T41" fmla="*/ 2186 h 9428"/>
              <a:gd name="T42" fmla="*/ 3090 w 11515"/>
              <a:gd name="T43" fmla="*/ 615 h 9428"/>
              <a:gd name="T44" fmla="*/ 3475 w 11515"/>
              <a:gd name="T45" fmla="*/ 0 h 9428"/>
              <a:gd name="T46" fmla="*/ 3612 w 11515"/>
              <a:gd name="T47" fmla="*/ 0 h 9428"/>
              <a:gd name="T48" fmla="*/ 2250 w 11515"/>
              <a:gd name="T49" fmla="*/ 4293 h 9428"/>
              <a:gd name="T50" fmla="*/ 4301 w 11515"/>
              <a:gd name="T51" fmla="*/ 9428 h 9428"/>
              <a:gd name="T52" fmla="*/ 3569 w 11515"/>
              <a:gd name="T53" fmla="*/ 8510 h 9428"/>
              <a:gd name="T54" fmla="*/ 2830 w 11515"/>
              <a:gd name="T55" fmla="*/ 1434 h 9428"/>
              <a:gd name="T56" fmla="*/ 7024 w 11515"/>
              <a:gd name="T57" fmla="*/ 0 h 9428"/>
              <a:gd name="T58" fmla="*/ 6308 w 11515"/>
              <a:gd name="T59" fmla="*/ 521 h 9428"/>
              <a:gd name="T60" fmla="*/ 4605 w 11515"/>
              <a:gd name="T61" fmla="*/ 4208 h 9428"/>
              <a:gd name="T62" fmla="*/ 4715 w 11515"/>
              <a:gd name="T63" fmla="*/ 1862 h 9428"/>
              <a:gd name="T64" fmla="*/ 3755 w 11515"/>
              <a:gd name="T65" fmla="*/ 1278 h 9428"/>
              <a:gd name="T66" fmla="*/ 4589 w 11515"/>
              <a:gd name="T67" fmla="*/ 0 h 9428"/>
              <a:gd name="T68" fmla="*/ 3743 w 11515"/>
              <a:gd name="T69" fmla="*/ 1281 h 9428"/>
              <a:gd name="T70" fmla="*/ 4139 w 11515"/>
              <a:gd name="T71" fmla="*/ 4181 h 9428"/>
              <a:gd name="T72" fmla="*/ 3679 w 11515"/>
              <a:gd name="T73" fmla="*/ 3218 h 9428"/>
              <a:gd name="T74" fmla="*/ 3015 w 11515"/>
              <a:gd name="T75" fmla="*/ 3130 h 9428"/>
              <a:gd name="T76" fmla="*/ 4412 w 11515"/>
              <a:gd name="T77" fmla="*/ 0 h 9428"/>
              <a:gd name="T78" fmla="*/ 3004 w 11515"/>
              <a:gd name="T79" fmla="*/ 3138 h 9428"/>
              <a:gd name="T80" fmla="*/ 3586 w 11515"/>
              <a:gd name="T81" fmla="*/ 4155 h 9428"/>
              <a:gd name="T82" fmla="*/ 4139 w 11515"/>
              <a:gd name="T83" fmla="*/ 4191 h 9428"/>
              <a:gd name="T84" fmla="*/ 4577 w 11515"/>
              <a:gd name="T85" fmla="*/ 6458 h 9428"/>
              <a:gd name="T86" fmla="*/ 7539 w 11515"/>
              <a:gd name="T87" fmla="*/ 9420 h 9428"/>
              <a:gd name="T88" fmla="*/ 7584 w 11515"/>
              <a:gd name="T89" fmla="*/ 9428 h 9428"/>
              <a:gd name="T90" fmla="*/ 5777 w 11515"/>
              <a:gd name="T91" fmla="*/ 8220 h 9428"/>
              <a:gd name="T92" fmla="*/ 4147 w 11515"/>
              <a:gd name="T93" fmla="*/ 4292 h 9428"/>
              <a:gd name="T94" fmla="*/ 4615 w 11515"/>
              <a:gd name="T95" fmla="*/ 4218 h 9428"/>
              <a:gd name="T96" fmla="*/ 5067 w 11515"/>
              <a:gd name="T97" fmla="*/ 2227 h 9428"/>
              <a:gd name="T98" fmla="*/ 7024 w 11515"/>
              <a:gd name="T99" fmla="*/ 0 h 9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515" h="9428">
                <a:moveTo>
                  <a:pt x="11515" y="9100"/>
                </a:moveTo>
                <a:cubicBezTo>
                  <a:pt x="11374" y="9152"/>
                  <a:pt x="11231" y="9199"/>
                  <a:pt x="11084" y="9240"/>
                </a:cubicBezTo>
                <a:cubicBezTo>
                  <a:pt x="11080" y="9242"/>
                  <a:pt x="11080" y="9242"/>
                  <a:pt x="11080" y="9242"/>
                </a:cubicBezTo>
                <a:cubicBezTo>
                  <a:pt x="11114" y="9428"/>
                  <a:pt x="11114" y="9428"/>
                  <a:pt x="11114" y="9428"/>
                </a:cubicBezTo>
                <a:cubicBezTo>
                  <a:pt x="11124" y="9428"/>
                  <a:pt x="11124" y="9428"/>
                  <a:pt x="11124" y="9428"/>
                </a:cubicBezTo>
                <a:cubicBezTo>
                  <a:pt x="11091" y="9249"/>
                  <a:pt x="11091" y="9249"/>
                  <a:pt x="11091" y="9249"/>
                </a:cubicBezTo>
                <a:cubicBezTo>
                  <a:pt x="11235" y="9208"/>
                  <a:pt x="11376" y="9162"/>
                  <a:pt x="11515" y="9110"/>
                </a:cubicBezTo>
                <a:cubicBezTo>
                  <a:pt x="11515" y="9100"/>
                  <a:pt x="11515" y="9100"/>
                  <a:pt x="11515" y="9100"/>
                </a:cubicBezTo>
                <a:moveTo>
                  <a:pt x="1011" y="0"/>
                </a:moveTo>
                <a:cubicBezTo>
                  <a:pt x="1000" y="0"/>
                  <a:pt x="1000" y="0"/>
                  <a:pt x="1000" y="0"/>
                </a:cubicBezTo>
                <a:cubicBezTo>
                  <a:pt x="944" y="113"/>
                  <a:pt x="890" y="227"/>
                  <a:pt x="839" y="342"/>
                </a:cubicBezTo>
                <a:cubicBezTo>
                  <a:pt x="282" y="1588"/>
                  <a:pt x="0" y="2917"/>
                  <a:pt x="0" y="4292"/>
                </a:cubicBezTo>
                <a:cubicBezTo>
                  <a:pt x="0" y="5602"/>
                  <a:pt x="257" y="6873"/>
                  <a:pt x="763" y="8070"/>
                </a:cubicBezTo>
                <a:cubicBezTo>
                  <a:pt x="963" y="8543"/>
                  <a:pt x="1198" y="8996"/>
                  <a:pt x="1468" y="9428"/>
                </a:cubicBezTo>
                <a:cubicBezTo>
                  <a:pt x="1479" y="9428"/>
                  <a:pt x="1479" y="9428"/>
                  <a:pt x="1479" y="9428"/>
                </a:cubicBezTo>
                <a:cubicBezTo>
                  <a:pt x="1209" y="8995"/>
                  <a:pt x="972" y="8541"/>
                  <a:pt x="772" y="8066"/>
                </a:cubicBezTo>
                <a:cubicBezTo>
                  <a:pt x="266" y="6871"/>
                  <a:pt x="10" y="5601"/>
                  <a:pt x="10" y="4292"/>
                </a:cubicBezTo>
                <a:cubicBezTo>
                  <a:pt x="10" y="2918"/>
                  <a:pt x="292" y="1591"/>
                  <a:pt x="848" y="346"/>
                </a:cubicBezTo>
                <a:cubicBezTo>
                  <a:pt x="900" y="229"/>
                  <a:pt x="954" y="114"/>
                  <a:pt x="1011" y="0"/>
                </a:cubicBezTo>
                <a:moveTo>
                  <a:pt x="3475" y="0"/>
                </a:moveTo>
                <a:cubicBezTo>
                  <a:pt x="3463" y="0"/>
                  <a:pt x="3463" y="0"/>
                  <a:pt x="3463" y="0"/>
                </a:cubicBezTo>
                <a:cubicBezTo>
                  <a:pt x="3328" y="194"/>
                  <a:pt x="3203" y="395"/>
                  <a:pt x="3086" y="602"/>
                </a:cubicBezTo>
                <a:cubicBezTo>
                  <a:pt x="2472" y="278"/>
                  <a:pt x="2472" y="278"/>
                  <a:pt x="2472" y="278"/>
                </a:cubicBezTo>
                <a:cubicBezTo>
                  <a:pt x="2524" y="184"/>
                  <a:pt x="2578" y="91"/>
                  <a:pt x="2634" y="0"/>
                </a:cubicBezTo>
                <a:cubicBezTo>
                  <a:pt x="2623" y="0"/>
                  <a:pt x="2623" y="0"/>
                  <a:pt x="2623" y="0"/>
                </a:cubicBezTo>
                <a:cubicBezTo>
                  <a:pt x="2568" y="90"/>
                  <a:pt x="2515" y="181"/>
                  <a:pt x="2464" y="273"/>
                </a:cubicBezTo>
                <a:cubicBezTo>
                  <a:pt x="2173" y="120"/>
                  <a:pt x="2173" y="120"/>
                  <a:pt x="2173" y="120"/>
                </a:cubicBezTo>
                <a:cubicBezTo>
                  <a:pt x="2196" y="80"/>
                  <a:pt x="2218" y="40"/>
                  <a:pt x="2241" y="0"/>
                </a:cubicBezTo>
                <a:cubicBezTo>
                  <a:pt x="2230" y="0"/>
                  <a:pt x="2230" y="0"/>
                  <a:pt x="2230" y="0"/>
                </a:cubicBezTo>
                <a:cubicBezTo>
                  <a:pt x="2207" y="40"/>
                  <a:pt x="2185" y="79"/>
                  <a:pt x="2162" y="119"/>
                </a:cubicBezTo>
                <a:cubicBezTo>
                  <a:pt x="2160" y="123"/>
                  <a:pt x="2160" y="123"/>
                  <a:pt x="2160" y="123"/>
                </a:cubicBezTo>
                <a:cubicBezTo>
                  <a:pt x="2459" y="281"/>
                  <a:pt x="2459" y="281"/>
                  <a:pt x="2459" y="281"/>
                </a:cubicBezTo>
                <a:cubicBezTo>
                  <a:pt x="2126" y="881"/>
                  <a:pt x="1868" y="1521"/>
                  <a:pt x="1694" y="2184"/>
                </a:cubicBezTo>
                <a:cubicBezTo>
                  <a:pt x="1513" y="2868"/>
                  <a:pt x="1421" y="3577"/>
                  <a:pt x="1420" y="4292"/>
                </a:cubicBezTo>
                <a:cubicBezTo>
                  <a:pt x="1423" y="5916"/>
                  <a:pt x="1895" y="7490"/>
                  <a:pt x="2786" y="8843"/>
                </a:cubicBezTo>
                <a:cubicBezTo>
                  <a:pt x="2043" y="9428"/>
                  <a:pt x="2043" y="9428"/>
                  <a:pt x="2043" y="9428"/>
                </a:cubicBezTo>
                <a:cubicBezTo>
                  <a:pt x="2058" y="9428"/>
                  <a:pt x="2058" y="9428"/>
                  <a:pt x="2058" y="9428"/>
                </a:cubicBezTo>
                <a:cubicBezTo>
                  <a:pt x="2796" y="8847"/>
                  <a:pt x="2796" y="8847"/>
                  <a:pt x="2796" y="8847"/>
                </a:cubicBezTo>
                <a:cubicBezTo>
                  <a:pt x="2799" y="8845"/>
                  <a:pt x="2799" y="8845"/>
                  <a:pt x="2799" y="8845"/>
                </a:cubicBezTo>
                <a:cubicBezTo>
                  <a:pt x="2797" y="8841"/>
                  <a:pt x="2797" y="8841"/>
                  <a:pt x="2797" y="8841"/>
                </a:cubicBezTo>
                <a:cubicBezTo>
                  <a:pt x="1905" y="7489"/>
                  <a:pt x="1432" y="5916"/>
                  <a:pt x="1430" y="4292"/>
                </a:cubicBezTo>
                <a:cubicBezTo>
                  <a:pt x="1431" y="3578"/>
                  <a:pt x="1523" y="2870"/>
                  <a:pt x="1703" y="2186"/>
                </a:cubicBezTo>
                <a:cubicBezTo>
                  <a:pt x="1877" y="1525"/>
                  <a:pt x="2135" y="885"/>
                  <a:pt x="2467" y="286"/>
                </a:cubicBezTo>
                <a:cubicBezTo>
                  <a:pt x="3090" y="615"/>
                  <a:pt x="3090" y="615"/>
                  <a:pt x="3090" y="615"/>
                </a:cubicBezTo>
                <a:cubicBezTo>
                  <a:pt x="3092" y="611"/>
                  <a:pt x="3092" y="611"/>
                  <a:pt x="3092" y="611"/>
                </a:cubicBezTo>
                <a:cubicBezTo>
                  <a:pt x="3210" y="401"/>
                  <a:pt x="3338" y="197"/>
                  <a:pt x="3475" y="0"/>
                </a:cubicBezTo>
                <a:moveTo>
                  <a:pt x="3624" y="0"/>
                </a:moveTo>
                <a:cubicBezTo>
                  <a:pt x="3612" y="0"/>
                  <a:pt x="3612" y="0"/>
                  <a:pt x="3612" y="0"/>
                </a:cubicBezTo>
                <a:cubicBezTo>
                  <a:pt x="3297" y="445"/>
                  <a:pt x="3033" y="924"/>
                  <a:pt x="2821" y="1431"/>
                </a:cubicBezTo>
                <a:cubicBezTo>
                  <a:pt x="2442" y="2339"/>
                  <a:pt x="2250" y="3301"/>
                  <a:pt x="2250" y="4293"/>
                </a:cubicBezTo>
                <a:cubicBezTo>
                  <a:pt x="2250" y="5810"/>
                  <a:pt x="2703" y="7271"/>
                  <a:pt x="3561" y="8516"/>
                </a:cubicBezTo>
                <a:cubicBezTo>
                  <a:pt x="3784" y="8839"/>
                  <a:pt x="4031" y="9144"/>
                  <a:pt x="4301" y="9428"/>
                </a:cubicBezTo>
                <a:cubicBezTo>
                  <a:pt x="4314" y="9428"/>
                  <a:pt x="4314" y="9428"/>
                  <a:pt x="4314" y="9428"/>
                </a:cubicBezTo>
                <a:cubicBezTo>
                  <a:pt x="4042" y="9143"/>
                  <a:pt x="3793" y="8836"/>
                  <a:pt x="3569" y="8510"/>
                </a:cubicBezTo>
                <a:cubicBezTo>
                  <a:pt x="2712" y="7267"/>
                  <a:pt x="2260" y="5808"/>
                  <a:pt x="2260" y="4293"/>
                </a:cubicBezTo>
                <a:cubicBezTo>
                  <a:pt x="2260" y="3303"/>
                  <a:pt x="2452" y="2341"/>
                  <a:pt x="2830" y="1434"/>
                </a:cubicBezTo>
                <a:cubicBezTo>
                  <a:pt x="3042" y="926"/>
                  <a:pt x="3308" y="446"/>
                  <a:pt x="3624" y="0"/>
                </a:cubicBezTo>
                <a:moveTo>
                  <a:pt x="7024" y="0"/>
                </a:moveTo>
                <a:cubicBezTo>
                  <a:pt x="7005" y="0"/>
                  <a:pt x="7005" y="0"/>
                  <a:pt x="7005" y="0"/>
                </a:cubicBezTo>
                <a:cubicBezTo>
                  <a:pt x="6760" y="152"/>
                  <a:pt x="6528" y="326"/>
                  <a:pt x="6308" y="521"/>
                </a:cubicBezTo>
                <a:cubicBezTo>
                  <a:pt x="5772" y="1000"/>
                  <a:pt x="5351" y="1573"/>
                  <a:pt x="5058" y="2223"/>
                </a:cubicBezTo>
                <a:cubicBezTo>
                  <a:pt x="4776" y="2849"/>
                  <a:pt x="4623" y="3516"/>
                  <a:pt x="4605" y="4208"/>
                </a:cubicBezTo>
                <a:cubicBezTo>
                  <a:pt x="4149" y="4182"/>
                  <a:pt x="4149" y="4182"/>
                  <a:pt x="4149" y="4182"/>
                </a:cubicBezTo>
                <a:cubicBezTo>
                  <a:pt x="4166" y="3378"/>
                  <a:pt x="4357" y="2598"/>
                  <a:pt x="4715" y="1862"/>
                </a:cubicBezTo>
                <a:cubicBezTo>
                  <a:pt x="4717" y="1858"/>
                  <a:pt x="4717" y="1858"/>
                  <a:pt x="4717" y="1858"/>
                </a:cubicBezTo>
                <a:cubicBezTo>
                  <a:pt x="3755" y="1278"/>
                  <a:pt x="3755" y="1278"/>
                  <a:pt x="3755" y="1278"/>
                </a:cubicBezTo>
                <a:cubicBezTo>
                  <a:pt x="3988" y="820"/>
                  <a:pt x="4272" y="392"/>
                  <a:pt x="4602" y="0"/>
                </a:cubicBezTo>
                <a:cubicBezTo>
                  <a:pt x="4589" y="0"/>
                  <a:pt x="4589" y="0"/>
                  <a:pt x="4589" y="0"/>
                </a:cubicBezTo>
                <a:cubicBezTo>
                  <a:pt x="4260" y="392"/>
                  <a:pt x="3977" y="820"/>
                  <a:pt x="3745" y="1277"/>
                </a:cubicBezTo>
                <a:cubicBezTo>
                  <a:pt x="3743" y="1281"/>
                  <a:pt x="3743" y="1281"/>
                  <a:pt x="3743" y="1281"/>
                </a:cubicBezTo>
                <a:cubicBezTo>
                  <a:pt x="4705" y="1862"/>
                  <a:pt x="4705" y="1862"/>
                  <a:pt x="4705" y="1862"/>
                </a:cubicBezTo>
                <a:cubicBezTo>
                  <a:pt x="4347" y="2597"/>
                  <a:pt x="4156" y="3378"/>
                  <a:pt x="4139" y="4181"/>
                </a:cubicBezTo>
                <a:cubicBezTo>
                  <a:pt x="3595" y="4150"/>
                  <a:pt x="3595" y="4150"/>
                  <a:pt x="3595" y="4150"/>
                </a:cubicBezTo>
                <a:cubicBezTo>
                  <a:pt x="3600" y="3836"/>
                  <a:pt x="3628" y="3522"/>
                  <a:pt x="3679" y="3218"/>
                </a:cubicBezTo>
                <a:cubicBezTo>
                  <a:pt x="3680" y="3213"/>
                  <a:pt x="3680" y="3213"/>
                  <a:pt x="3680" y="3213"/>
                </a:cubicBezTo>
                <a:cubicBezTo>
                  <a:pt x="3015" y="3130"/>
                  <a:pt x="3015" y="3130"/>
                  <a:pt x="3015" y="3130"/>
                </a:cubicBezTo>
                <a:cubicBezTo>
                  <a:pt x="3213" y="1944"/>
                  <a:pt x="3686" y="895"/>
                  <a:pt x="4425" y="0"/>
                </a:cubicBezTo>
                <a:cubicBezTo>
                  <a:pt x="4412" y="0"/>
                  <a:pt x="4412" y="0"/>
                  <a:pt x="4412" y="0"/>
                </a:cubicBezTo>
                <a:cubicBezTo>
                  <a:pt x="3675" y="896"/>
                  <a:pt x="3202" y="1947"/>
                  <a:pt x="3005" y="3133"/>
                </a:cubicBezTo>
                <a:cubicBezTo>
                  <a:pt x="3004" y="3138"/>
                  <a:pt x="3004" y="3138"/>
                  <a:pt x="3004" y="3138"/>
                </a:cubicBezTo>
                <a:cubicBezTo>
                  <a:pt x="3668" y="3221"/>
                  <a:pt x="3668" y="3221"/>
                  <a:pt x="3668" y="3221"/>
                </a:cubicBezTo>
                <a:cubicBezTo>
                  <a:pt x="3618" y="3526"/>
                  <a:pt x="3590" y="3840"/>
                  <a:pt x="3586" y="4155"/>
                </a:cubicBezTo>
                <a:cubicBezTo>
                  <a:pt x="3585" y="4159"/>
                  <a:pt x="3585" y="4159"/>
                  <a:pt x="3585" y="4159"/>
                </a:cubicBezTo>
                <a:cubicBezTo>
                  <a:pt x="4139" y="4191"/>
                  <a:pt x="4139" y="4191"/>
                  <a:pt x="4139" y="4191"/>
                </a:cubicBezTo>
                <a:cubicBezTo>
                  <a:pt x="4138" y="4229"/>
                  <a:pt x="4138" y="4261"/>
                  <a:pt x="4138" y="4292"/>
                </a:cubicBezTo>
                <a:cubicBezTo>
                  <a:pt x="4139" y="5044"/>
                  <a:pt x="4287" y="5772"/>
                  <a:pt x="4577" y="6458"/>
                </a:cubicBezTo>
                <a:cubicBezTo>
                  <a:pt x="4858" y="7121"/>
                  <a:pt x="5259" y="7716"/>
                  <a:pt x="5770" y="8226"/>
                </a:cubicBezTo>
                <a:cubicBezTo>
                  <a:pt x="6281" y="8737"/>
                  <a:pt x="6876" y="9139"/>
                  <a:pt x="7539" y="9420"/>
                </a:cubicBezTo>
                <a:cubicBezTo>
                  <a:pt x="7545" y="9422"/>
                  <a:pt x="7552" y="9425"/>
                  <a:pt x="7559" y="9428"/>
                </a:cubicBezTo>
                <a:cubicBezTo>
                  <a:pt x="7584" y="9428"/>
                  <a:pt x="7584" y="9428"/>
                  <a:pt x="7584" y="9428"/>
                </a:cubicBezTo>
                <a:cubicBezTo>
                  <a:pt x="7570" y="9422"/>
                  <a:pt x="7556" y="9416"/>
                  <a:pt x="7542" y="9411"/>
                </a:cubicBezTo>
                <a:cubicBezTo>
                  <a:pt x="6881" y="9130"/>
                  <a:pt x="6287" y="8730"/>
                  <a:pt x="5777" y="8220"/>
                </a:cubicBezTo>
                <a:cubicBezTo>
                  <a:pt x="5267" y="7710"/>
                  <a:pt x="4867" y="7116"/>
                  <a:pt x="4586" y="6454"/>
                </a:cubicBezTo>
                <a:cubicBezTo>
                  <a:pt x="4296" y="5770"/>
                  <a:pt x="4149" y="5042"/>
                  <a:pt x="4147" y="4292"/>
                </a:cubicBezTo>
                <a:cubicBezTo>
                  <a:pt x="4147" y="4262"/>
                  <a:pt x="4148" y="4229"/>
                  <a:pt x="4149" y="4191"/>
                </a:cubicBezTo>
                <a:cubicBezTo>
                  <a:pt x="4615" y="4218"/>
                  <a:pt x="4615" y="4218"/>
                  <a:pt x="4615" y="4218"/>
                </a:cubicBezTo>
                <a:cubicBezTo>
                  <a:pt x="4615" y="4213"/>
                  <a:pt x="4615" y="4213"/>
                  <a:pt x="4615" y="4213"/>
                </a:cubicBezTo>
                <a:cubicBezTo>
                  <a:pt x="4632" y="3521"/>
                  <a:pt x="4784" y="2853"/>
                  <a:pt x="5067" y="2227"/>
                </a:cubicBezTo>
                <a:cubicBezTo>
                  <a:pt x="5360" y="1578"/>
                  <a:pt x="5780" y="1006"/>
                  <a:pt x="6315" y="528"/>
                </a:cubicBezTo>
                <a:cubicBezTo>
                  <a:pt x="6538" y="330"/>
                  <a:pt x="6774" y="154"/>
                  <a:pt x="7024" y="0"/>
                </a:cubicBezTo>
              </a:path>
            </a:pathLst>
          </a:custGeom>
          <a:solidFill>
            <a:srgbClr val="047C64">
              <a:alpha val="12000"/>
            </a:srgbClr>
          </a:solidFill>
          <a:ln w="38100">
            <a:noFill/>
            <a:round/>
            <a:headEnd/>
            <a:tailEnd/>
          </a:ln>
        </p:spPr>
        <p:txBody>
          <a:bodyPr vert="horz" wrap="square" lIns="91440" tIns="45720" rIns="91440" bIns="45720" numCol="1" anchor="t" anchorCtr="0" compatLnSpc="1">
            <a:prstTxWarp prst="textNoShape">
              <a:avLst/>
            </a:prstTxWarp>
          </a:bodyPr>
          <a:lstStyle/>
          <a:p>
            <a:endParaRPr lang="en-US">
              <a:latin typeface="Sakkal Majalla" panose="02000000000000000000" pitchFamily="2" charset="-78"/>
            </a:endParaRPr>
          </a:p>
        </p:txBody>
      </p:sp>
      <p:sp>
        <p:nvSpPr>
          <p:cNvPr id="11" name="Rectangle 10">
            <a:extLst>
              <a:ext uri="{FF2B5EF4-FFF2-40B4-BE49-F238E27FC236}">
                <a16:creationId xmlns:a16="http://schemas.microsoft.com/office/drawing/2014/main" id="{7AA4F4E6-23A3-8787-4406-BF35EC875BF5}"/>
              </a:ext>
            </a:extLst>
          </p:cNvPr>
          <p:cNvSpPr/>
          <p:nvPr/>
        </p:nvSpPr>
        <p:spPr>
          <a:xfrm>
            <a:off x="12090401" y="252991"/>
            <a:ext cx="101600" cy="85093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Sakkal Majalla" panose="02000000000000000000" pitchFamily="2" charset="-78"/>
            </a:endParaRPr>
          </a:p>
        </p:txBody>
      </p:sp>
      <p:sp>
        <p:nvSpPr>
          <p:cNvPr id="22" name="Title 1">
            <a:extLst>
              <a:ext uri="{FF2B5EF4-FFF2-40B4-BE49-F238E27FC236}">
                <a16:creationId xmlns:a16="http://schemas.microsoft.com/office/drawing/2014/main" id="{1FB470D6-DA0D-D44C-0FA9-06B9717B2223}"/>
              </a:ext>
            </a:extLst>
          </p:cNvPr>
          <p:cNvSpPr>
            <a:spLocks noGrp="1"/>
          </p:cNvSpPr>
          <p:nvPr>
            <p:ph type="title"/>
          </p:nvPr>
        </p:nvSpPr>
        <p:spPr>
          <a:xfrm>
            <a:off x="2432836" y="252991"/>
            <a:ext cx="9209266" cy="850933"/>
          </a:xfrm>
        </p:spPr>
        <p:txBody>
          <a:bodyPr vert="horz" anchor="b" anchorCtr="0"/>
          <a:lstStyle/>
          <a:p>
            <a:r>
              <a:rPr lang="en-US"/>
              <a:t>Click to edit Master title style</a:t>
            </a:r>
            <a:endParaRPr lang="en-IN"/>
          </a:p>
        </p:txBody>
      </p:sp>
      <p:grpSp>
        <p:nvGrpSpPr>
          <p:cNvPr id="30" name="Group 29">
            <a:extLst>
              <a:ext uri="{FF2B5EF4-FFF2-40B4-BE49-F238E27FC236}">
                <a16:creationId xmlns:a16="http://schemas.microsoft.com/office/drawing/2014/main" id="{3B297976-534F-8B97-A4D7-CC980A83EE9D}"/>
              </a:ext>
            </a:extLst>
          </p:cNvPr>
          <p:cNvGrpSpPr/>
          <p:nvPr/>
        </p:nvGrpSpPr>
        <p:grpSpPr>
          <a:xfrm>
            <a:off x="375221" y="439489"/>
            <a:ext cx="1106872" cy="477936"/>
            <a:chOff x="375221" y="266203"/>
            <a:chExt cx="1106872" cy="477936"/>
          </a:xfrm>
        </p:grpSpPr>
        <p:pic>
          <p:nvPicPr>
            <p:cNvPr id="31" name="Picture 30">
              <a:extLst>
                <a:ext uri="{FF2B5EF4-FFF2-40B4-BE49-F238E27FC236}">
                  <a16:creationId xmlns:a16="http://schemas.microsoft.com/office/drawing/2014/main" id="{127C5820-FE30-9A7F-A00F-F82717E4223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87265" y="266203"/>
              <a:ext cx="494828" cy="477936"/>
            </a:xfrm>
            <a:prstGeom prst="rect">
              <a:avLst/>
            </a:prstGeom>
          </p:spPr>
        </p:pic>
        <p:cxnSp>
          <p:nvCxnSpPr>
            <p:cNvPr id="32" name="رابط مستقيم 7">
              <a:extLst>
                <a:ext uri="{FF2B5EF4-FFF2-40B4-BE49-F238E27FC236}">
                  <a16:creationId xmlns:a16="http://schemas.microsoft.com/office/drawing/2014/main" id="{D79A390A-EF62-960B-F206-41D0C193DE77}"/>
                </a:ext>
              </a:extLst>
            </p:cNvPr>
            <p:cNvCxnSpPr>
              <a:cxnSpLocks/>
            </p:cNvCxnSpPr>
            <p:nvPr/>
          </p:nvCxnSpPr>
          <p:spPr>
            <a:xfrm>
              <a:off x="900201" y="314917"/>
              <a:ext cx="0" cy="380508"/>
            </a:xfrm>
            <a:prstGeom prst="line">
              <a:avLst/>
            </a:prstGeom>
            <a:ln w="19050">
              <a:solidFill>
                <a:srgbClr val="047C64"/>
              </a:solidFill>
            </a:ln>
          </p:spPr>
          <p:style>
            <a:lnRef idx="1">
              <a:schemeClr val="accent1"/>
            </a:lnRef>
            <a:fillRef idx="0">
              <a:schemeClr val="accent1"/>
            </a:fillRef>
            <a:effectRef idx="0">
              <a:schemeClr val="accent1"/>
            </a:effectRef>
            <a:fontRef idx="minor">
              <a:schemeClr val="tx1"/>
            </a:fontRef>
          </p:style>
        </p:cxnSp>
        <p:pic>
          <p:nvPicPr>
            <p:cNvPr id="33" name="Picture 32">
              <a:extLst>
                <a:ext uri="{FF2B5EF4-FFF2-40B4-BE49-F238E27FC236}">
                  <a16:creationId xmlns:a16="http://schemas.microsoft.com/office/drawing/2014/main" id="{E90B5F5A-5F38-B12D-8C0F-AD4B3E116458}"/>
                </a:ext>
              </a:extLst>
            </p:cNvPr>
            <p:cNvPicPr>
              <a:picLocks noChangeAspect="1"/>
            </p:cNvPicPr>
            <p:nvPr/>
          </p:nvPicPr>
          <p:blipFill rotWithShape="1">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b="27117"/>
            <a:stretch/>
          </p:blipFill>
          <p:spPr>
            <a:xfrm>
              <a:off x="375221" y="286706"/>
              <a:ext cx="437916" cy="436930"/>
            </a:xfrm>
            <a:prstGeom prst="rect">
              <a:avLst/>
            </a:prstGeom>
          </p:spPr>
        </p:pic>
      </p:grpSp>
      <p:sp>
        <p:nvSpPr>
          <p:cNvPr id="52" name="Rectangle 51">
            <a:extLst>
              <a:ext uri="{FF2B5EF4-FFF2-40B4-BE49-F238E27FC236}">
                <a16:creationId xmlns:a16="http://schemas.microsoft.com/office/drawing/2014/main" id="{0B73D710-A32C-9124-BFA4-703A018D26F5}"/>
              </a:ext>
            </a:extLst>
          </p:cNvPr>
          <p:cNvSpPr/>
          <p:nvPr/>
        </p:nvSpPr>
        <p:spPr>
          <a:xfrm>
            <a:off x="443239" y="6238143"/>
            <a:ext cx="502268" cy="619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Sakkal Majalla" panose="02000000000000000000" pitchFamily="2" charset="-78"/>
            </a:endParaRPr>
          </a:p>
        </p:txBody>
      </p:sp>
      <p:cxnSp>
        <p:nvCxnSpPr>
          <p:cNvPr id="53" name="رابط مستقيم 7">
            <a:extLst>
              <a:ext uri="{FF2B5EF4-FFF2-40B4-BE49-F238E27FC236}">
                <a16:creationId xmlns:a16="http://schemas.microsoft.com/office/drawing/2014/main" id="{FF8BD417-3571-A794-8EDD-0E354664C36E}"/>
              </a:ext>
            </a:extLst>
          </p:cNvPr>
          <p:cNvCxnSpPr>
            <a:cxnSpLocks/>
          </p:cNvCxnSpPr>
          <p:nvPr/>
        </p:nvCxnSpPr>
        <p:spPr>
          <a:xfrm flipH="1">
            <a:off x="442913" y="6839826"/>
            <a:ext cx="502920" cy="0"/>
          </a:xfrm>
          <a:prstGeom prst="line">
            <a:avLst/>
          </a:prstGeom>
          <a:ln w="38100">
            <a:solidFill>
              <a:srgbClr val="CBA439"/>
            </a:solidFill>
          </a:ln>
        </p:spPr>
        <p:style>
          <a:lnRef idx="1">
            <a:schemeClr val="accent1"/>
          </a:lnRef>
          <a:fillRef idx="0">
            <a:schemeClr val="accent1"/>
          </a:fillRef>
          <a:effectRef idx="0">
            <a:schemeClr val="accent1"/>
          </a:effectRef>
          <a:fontRef idx="minor">
            <a:schemeClr val="tx1"/>
          </a:fontRef>
        </p:style>
      </p:cxnSp>
      <p:cxnSp>
        <p:nvCxnSpPr>
          <p:cNvPr id="55" name="رابط مستقيم 7">
            <a:extLst>
              <a:ext uri="{FF2B5EF4-FFF2-40B4-BE49-F238E27FC236}">
                <a16:creationId xmlns:a16="http://schemas.microsoft.com/office/drawing/2014/main" id="{0A39054E-46C1-BE4A-ACD3-9C790FC3CA21}"/>
              </a:ext>
            </a:extLst>
          </p:cNvPr>
          <p:cNvCxnSpPr>
            <a:cxnSpLocks/>
          </p:cNvCxnSpPr>
          <p:nvPr/>
        </p:nvCxnSpPr>
        <p:spPr>
          <a:xfrm flipH="1">
            <a:off x="442913" y="6257193"/>
            <a:ext cx="502920" cy="0"/>
          </a:xfrm>
          <a:prstGeom prst="line">
            <a:avLst/>
          </a:prstGeom>
          <a:ln w="38100">
            <a:solidFill>
              <a:srgbClr val="CBA439"/>
            </a:solidFill>
          </a:ln>
        </p:spPr>
        <p:style>
          <a:lnRef idx="1">
            <a:schemeClr val="accent1"/>
          </a:lnRef>
          <a:fillRef idx="0">
            <a:schemeClr val="accent1"/>
          </a:fillRef>
          <a:effectRef idx="0">
            <a:schemeClr val="accent1"/>
          </a:effectRef>
          <a:fontRef idx="minor">
            <a:schemeClr val="tx1"/>
          </a:fontRef>
        </p:style>
      </p:cxnSp>
      <p:grpSp>
        <p:nvGrpSpPr>
          <p:cNvPr id="56" name="Group 55">
            <a:extLst>
              <a:ext uri="{FF2B5EF4-FFF2-40B4-BE49-F238E27FC236}">
                <a16:creationId xmlns:a16="http://schemas.microsoft.com/office/drawing/2014/main" id="{2DFC237C-2B4D-A5C6-7E00-B7121410E0F7}"/>
              </a:ext>
            </a:extLst>
          </p:cNvPr>
          <p:cNvGrpSpPr/>
          <p:nvPr/>
        </p:nvGrpSpPr>
        <p:grpSpPr>
          <a:xfrm>
            <a:off x="526632" y="6380330"/>
            <a:ext cx="335482" cy="335482"/>
            <a:chOff x="6163975" y="376324"/>
            <a:chExt cx="5896311" cy="5896311"/>
          </a:xfrm>
        </p:grpSpPr>
        <p:sp>
          <p:nvSpPr>
            <p:cNvPr id="57" name="Arc 56">
              <a:extLst>
                <a:ext uri="{FF2B5EF4-FFF2-40B4-BE49-F238E27FC236}">
                  <a16:creationId xmlns:a16="http://schemas.microsoft.com/office/drawing/2014/main" id="{4A3AA2A0-7FD4-0D1E-38E4-6A772D3E8EF5}"/>
                </a:ext>
              </a:extLst>
            </p:cNvPr>
            <p:cNvSpPr/>
            <p:nvPr/>
          </p:nvSpPr>
          <p:spPr>
            <a:xfrm>
              <a:off x="6639941" y="828811"/>
              <a:ext cx="4967858" cy="4967858"/>
            </a:xfrm>
            <a:prstGeom prst="arc">
              <a:avLst>
                <a:gd name="adj1" fmla="val 1258630"/>
                <a:gd name="adj2" fmla="val 1238261"/>
              </a:avLst>
            </a:prstGeom>
            <a:ln w="9525">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IN">
                <a:latin typeface="Sakkal Majalla" panose="02000000000000000000" pitchFamily="2" charset="-78"/>
              </a:endParaRPr>
            </a:p>
          </p:txBody>
        </p:sp>
        <p:sp>
          <p:nvSpPr>
            <p:cNvPr id="58" name="Arc 57">
              <a:extLst>
                <a:ext uri="{FF2B5EF4-FFF2-40B4-BE49-F238E27FC236}">
                  <a16:creationId xmlns:a16="http://schemas.microsoft.com/office/drawing/2014/main" id="{EB813A5B-B7C5-2F43-21E3-71D0D7175DA2}"/>
                </a:ext>
              </a:extLst>
            </p:cNvPr>
            <p:cNvSpPr/>
            <p:nvPr/>
          </p:nvSpPr>
          <p:spPr>
            <a:xfrm>
              <a:off x="6163975" y="376324"/>
              <a:ext cx="5896311" cy="5896311"/>
            </a:xfrm>
            <a:prstGeom prst="arc">
              <a:avLst>
                <a:gd name="adj1" fmla="val 12903062"/>
                <a:gd name="adj2" fmla="val 4121208"/>
              </a:avLst>
            </a:prstGeom>
            <a:ln w="9525" cap="flat">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latin typeface="Sakkal Majalla" panose="02000000000000000000" pitchFamily="2" charset="-78"/>
              </a:endParaRPr>
            </a:p>
          </p:txBody>
        </p:sp>
        <p:sp>
          <p:nvSpPr>
            <p:cNvPr id="59" name="Arc 58">
              <a:extLst>
                <a:ext uri="{FF2B5EF4-FFF2-40B4-BE49-F238E27FC236}">
                  <a16:creationId xmlns:a16="http://schemas.microsoft.com/office/drawing/2014/main" id="{0136A3DC-242F-8D50-AF43-336A97ACFFE2}"/>
                </a:ext>
              </a:extLst>
            </p:cNvPr>
            <p:cNvSpPr/>
            <p:nvPr/>
          </p:nvSpPr>
          <p:spPr>
            <a:xfrm flipH="1" flipV="1">
              <a:off x="6616462" y="828811"/>
              <a:ext cx="4991337" cy="4991337"/>
            </a:xfrm>
            <a:prstGeom prst="arc">
              <a:avLst>
                <a:gd name="adj1" fmla="val 1447474"/>
                <a:gd name="adj2" fmla="val 4923461"/>
              </a:avLst>
            </a:prstGeom>
            <a:ln w="9525" cap="flat">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latin typeface="Sakkal Majalla" panose="02000000000000000000" pitchFamily="2" charset="-78"/>
              </a:endParaRPr>
            </a:p>
          </p:txBody>
        </p:sp>
        <p:sp>
          <p:nvSpPr>
            <p:cNvPr id="60" name="Oval 59">
              <a:extLst>
                <a:ext uri="{FF2B5EF4-FFF2-40B4-BE49-F238E27FC236}">
                  <a16:creationId xmlns:a16="http://schemas.microsoft.com/office/drawing/2014/main" id="{E1D010E9-D155-5D14-FB99-F5EEDE84749A}"/>
                </a:ext>
              </a:extLst>
            </p:cNvPr>
            <p:cNvSpPr/>
            <p:nvPr/>
          </p:nvSpPr>
          <p:spPr>
            <a:xfrm>
              <a:off x="7112944" y="1302949"/>
              <a:ext cx="4043056" cy="4043056"/>
            </a:xfrm>
            <a:prstGeom prst="ellipse">
              <a:avLst/>
            </a:prstGeom>
            <a:noFill/>
            <a:ln w="9525">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a:latin typeface="Sakkal Majalla" panose="02000000000000000000" pitchFamily="2" charset="-78"/>
              </a:endParaRPr>
            </a:p>
          </p:txBody>
        </p:sp>
        <p:sp>
          <p:nvSpPr>
            <p:cNvPr id="61" name="Arc 60">
              <a:extLst>
                <a:ext uri="{FF2B5EF4-FFF2-40B4-BE49-F238E27FC236}">
                  <a16:creationId xmlns:a16="http://schemas.microsoft.com/office/drawing/2014/main" id="{794A6821-D411-DD14-AE9A-0F4F6AB87BCA}"/>
                </a:ext>
              </a:extLst>
            </p:cNvPr>
            <p:cNvSpPr/>
            <p:nvPr/>
          </p:nvSpPr>
          <p:spPr>
            <a:xfrm rot="12827436" flipH="1" flipV="1">
              <a:off x="6616459" y="815399"/>
              <a:ext cx="4991335" cy="4991335"/>
            </a:xfrm>
            <a:prstGeom prst="arc">
              <a:avLst>
                <a:gd name="adj1" fmla="val 1526666"/>
                <a:gd name="adj2" fmla="val 4923461"/>
              </a:avLst>
            </a:prstGeom>
            <a:ln w="9525" cap="flat">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latin typeface="Sakkal Majalla" panose="02000000000000000000" pitchFamily="2" charset="-78"/>
              </a:endParaRPr>
            </a:p>
          </p:txBody>
        </p:sp>
        <p:sp>
          <p:nvSpPr>
            <p:cNvPr id="62" name="Arc 61">
              <a:extLst>
                <a:ext uri="{FF2B5EF4-FFF2-40B4-BE49-F238E27FC236}">
                  <a16:creationId xmlns:a16="http://schemas.microsoft.com/office/drawing/2014/main" id="{0C3CDE24-6A66-2537-84BA-88E2D0A677AB}"/>
                </a:ext>
              </a:extLst>
            </p:cNvPr>
            <p:cNvSpPr/>
            <p:nvPr/>
          </p:nvSpPr>
          <p:spPr>
            <a:xfrm rot="5980984" flipH="1" flipV="1">
              <a:off x="6616455" y="760532"/>
              <a:ext cx="4991336" cy="4991335"/>
            </a:xfrm>
            <a:prstGeom prst="arc">
              <a:avLst>
                <a:gd name="adj1" fmla="val 1526666"/>
                <a:gd name="adj2" fmla="val 4923461"/>
              </a:avLst>
            </a:prstGeom>
            <a:ln w="9525" cap="flat">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latin typeface="Sakkal Majalla" panose="02000000000000000000" pitchFamily="2" charset="-78"/>
              </a:endParaRPr>
            </a:p>
          </p:txBody>
        </p:sp>
      </p:grpSp>
      <p:graphicFrame>
        <p:nvGraphicFramePr>
          <p:cNvPr id="2" name="Object 1" hidden="1">
            <a:extLst>
              <a:ext uri="{FF2B5EF4-FFF2-40B4-BE49-F238E27FC236}">
                <a16:creationId xmlns:a16="http://schemas.microsoft.com/office/drawing/2014/main" id="{E3B48B33-DD85-3B25-2033-1B13BC485E50}"/>
              </a:ext>
            </a:extLst>
          </p:cNvPr>
          <p:cNvGraphicFramePr>
            <a:graphicFrameLocks noChangeAspect="1"/>
          </p:cNvGraphicFramePr>
          <p:nvPr userDrawn="1">
            <p:custDataLst>
              <p:tags r:id="rId2"/>
            </p:custDataLst>
            <p:extLst>
              <p:ext uri="{D42A27DB-BD31-4B8C-83A1-F6EECF244321}">
                <p14:modId xmlns:p14="http://schemas.microsoft.com/office/powerpoint/2010/main" val="12811393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47" imgH="348" progId="TCLayout.ActiveDocument.1">
                  <p:embed/>
                </p:oleObj>
              </mc:Choice>
              <mc:Fallback>
                <p:oleObj name="think-cell Slide" r:id="rId10" imgW="347" imgH="348" progId="TCLayout.ActiveDocument.1">
                  <p:embed/>
                  <p:pic>
                    <p:nvPicPr>
                      <p:cNvPr id="2" name="Object 1" hidden="1">
                        <a:extLst>
                          <a:ext uri="{FF2B5EF4-FFF2-40B4-BE49-F238E27FC236}">
                            <a16:creationId xmlns:a16="http://schemas.microsoft.com/office/drawing/2014/main" id="{E3B48B33-DD85-3B25-2033-1B13BC485E50}"/>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9516F696-F20E-CE52-CDC7-0ED2B8CD0E1C}"/>
              </a:ext>
            </a:extLst>
          </p:cNvPr>
          <p:cNvSpPr/>
          <p:nvPr userDrawn="1"/>
        </p:nvSpPr>
        <p:spPr>
          <a:xfrm>
            <a:off x="0" y="6238143"/>
            <a:ext cx="12192000" cy="61985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Sakkal Majalla" panose="02000000000000000000" pitchFamily="2" charset="-78"/>
            </a:endParaRPr>
          </a:p>
        </p:txBody>
      </p:sp>
      <p:sp>
        <p:nvSpPr>
          <p:cNvPr id="5" name="Freeform 5">
            <a:extLst>
              <a:ext uri="{FF2B5EF4-FFF2-40B4-BE49-F238E27FC236}">
                <a16:creationId xmlns:a16="http://schemas.microsoft.com/office/drawing/2014/main" id="{0C21AF13-AD08-635A-2FF5-C96D3D7C30F9}"/>
              </a:ext>
            </a:extLst>
          </p:cNvPr>
          <p:cNvSpPr>
            <a:spLocks noEditPoints="1"/>
          </p:cNvSpPr>
          <p:nvPr userDrawn="1"/>
        </p:nvSpPr>
        <p:spPr bwMode="auto">
          <a:xfrm flipH="1">
            <a:off x="-2177266" y="0"/>
            <a:ext cx="8420612" cy="6867728"/>
          </a:xfrm>
          <a:custGeom>
            <a:avLst/>
            <a:gdLst>
              <a:gd name="T0" fmla="*/ 11084 w 11515"/>
              <a:gd name="T1" fmla="*/ 9240 h 9428"/>
              <a:gd name="T2" fmla="*/ 11114 w 11515"/>
              <a:gd name="T3" fmla="*/ 9428 h 9428"/>
              <a:gd name="T4" fmla="*/ 11091 w 11515"/>
              <a:gd name="T5" fmla="*/ 9249 h 9428"/>
              <a:gd name="T6" fmla="*/ 11515 w 11515"/>
              <a:gd name="T7" fmla="*/ 9100 h 9428"/>
              <a:gd name="T8" fmla="*/ 1000 w 11515"/>
              <a:gd name="T9" fmla="*/ 0 h 9428"/>
              <a:gd name="T10" fmla="*/ 0 w 11515"/>
              <a:gd name="T11" fmla="*/ 4292 h 9428"/>
              <a:gd name="T12" fmla="*/ 1468 w 11515"/>
              <a:gd name="T13" fmla="*/ 9428 h 9428"/>
              <a:gd name="T14" fmla="*/ 772 w 11515"/>
              <a:gd name="T15" fmla="*/ 8066 h 9428"/>
              <a:gd name="T16" fmla="*/ 848 w 11515"/>
              <a:gd name="T17" fmla="*/ 346 h 9428"/>
              <a:gd name="T18" fmla="*/ 3475 w 11515"/>
              <a:gd name="T19" fmla="*/ 0 h 9428"/>
              <a:gd name="T20" fmla="*/ 3086 w 11515"/>
              <a:gd name="T21" fmla="*/ 602 h 9428"/>
              <a:gd name="T22" fmla="*/ 2634 w 11515"/>
              <a:gd name="T23" fmla="*/ 0 h 9428"/>
              <a:gd name="T24" fmla="*/ 2464 w 11515"/>
              <a:gd name="T25" fmla="*/ 273 h 9428"/>
              <a:gd name="T26" fmla="*/ 2241 w 11515"/>
              <a:gd name="T27" fmla="*/ 0 h 9428"/>
              <a:gd name="T28" fmla="*/ 2162 w 11515"/>
              <a:gd name="T29" fmla="*/ 119 h 9428"/>
              <a:gd name="T30" fmla="*/ 2459 w 11515"/>
              <a:gd name="T31" fmla="*/ 281 h 9428"/>
              <a:gd name="T32" fmla="*/ 1420 w 11515"/>
              <a:gd name="T33" fmla="*/ 4292 h 9428"/>
              <a:gd name="T34" fmla="*/ 2043 w 11515"/>
              <a:gd name="T35" fmla="*/ 9428 h 9428"/>
              <a:gd name="T36" fmla="*/ 2796 w 11515"/>
              <a:gd name="T37" fmla="*/ 8847 h 9428"/>
              <a:gd name="T38" fmla="*/ 2797 w 11515"/>
              <a:gd name="T39" fmla="*/ 8841 h 9428"/>
              <a:gd name="T40" fmla="*/ 1703 w 11515"/>
              <a:gd name="T41" fmla="*/ 2186 h 9428"/>
              <a:gd name="T42" fmla="*/ 3090 w 11515"/>
              <a:gd name="T43" fmla="*/ 615 h 9428"/>
              <a:gd name="T44" fmla="*/ 3475 w 11515"/>
              <a:gd name="T45" fmla="*/ 0 h 9428"/>
              <a:gd name="T46" fmla="*/ 3612 w 11515"/>
              <a:gd name="T47" fmla="*/ 0 h 9428"/>
              <a:gd name="T48" fmla="*/ 2250 w 11515"/>
              <a:gd name="T49" fmla="*/ 4293 h 9428"/>
              <a:gd name="T50" fmla="*/ 4301 w 11515"/>
              <a:gd name="T51" fmla="*/ 9428 h 9428"/>
              <a:gd name="T52" fmla="*/ 3569 w 11515"/>
              <a:gd name="T53" fmla="*/ 8510 h 9428"/>
              <a:gd name="T54" fmla="*/ 2830 w 11515"/>
              <a:gd name="T55" fmla="*/ 1434 h 9428"/>
              <a:gd name="T56" fmla="*/ 7024 w 11515"/>
              <a:gd name="T57" fmla="*/ 0 h 9428"/>
              <a:gd name="T58" fmla="*/ 6308 w 11515"/>
              <a:gd name="T59" fmla="*/ 521 h 9428"/>
              <a:gd name="T60" fmla="*/ 4605 w 11515"/>
              <a:gd name="T61" fmla="*/ 4208 h 9428"/>
              <a:gd name="T62" fmla="*/ 4715 w 11515"/>
              <a:gd name="T63" fmla="*/ 1862 h 9428"/>
              <a:gd name="T64" fmla="*/ 3755 w 11515"/>
              <a:gd name="T65" fmla="*/ 1278 h 9428"/>
              <a:gd name="T66" fmla="*/ 4589 w 11515"/>
              <a:gd name="T67" fmla="*/ 0 h 9428"/>
              <a:gd name="T68" fmla="*/ 3743 w 11515"/>
              <a:gd name="T69" fmla="*/ 1281 h 9428"/>
              <a:gd name="T70" fmla="*/ 4139 w 11515"/>
              <a:gd name="T71" fmla="*/ 4181 h 9428"/>
              <a:gd name="T72" fmla="*/ 3679 w 11515"/>
              <a:gd name="T73" fmla="*/ 3218 h 9428"/>
              <a:gd name="T74" fmla="*/ 3015 w 11515"/>
              <a:gd name="T75" fmla="*/ 3130 h 9428"/>
              <a:gd name="T76" fmla="*/ 4412 w 11515"/>
              <a:gd name="T77" fmla="*/ 0 h 9428"/>
              <a:gd name="T78" fmla="*/ 3004 w 11515"/>
              <a:gd name="T79" fmla="*/ 3138 h 9428"/>
              <a:gd name="T80" fmla="*/ 3586 w 11515"/>
              <a:gd name="T81" fmla="*/ 4155 h 9428"/>
              <a:gd name="T82" fmla="*/ 4139 w 11515"/>
              <a:gd name="T83" fmla="*/ 4191 h 9428"/>
              <a:gd name="T84" fmla="*/ 4577 w 11515"/>
              <a:gd name="T85" fmla="*/ 6458 h 9428"/>
              <a:gd name="T86" fmla="*/ 7539 w 11515"/>
              <a:gd name="T87" fmla="*/ 9420 h 9428"/>
              <a:gd name="T88" fmla="*/ 7584 w 11515"/>
              <a:gd name="T89" fmla="*/ 9428 h 9428"/>
              <a:gd name="T90" fmla="*/ 5777 w 11515"/>
              <a:gd name="T91" fmla="*/ 8220 h 9428"/>
              <a:gd name="T92" fmla="*/ 4147 w 11515"/>
              <a:gd name="T93" fmla="*/ 4292 h 9428"/>
              <a:gd name="T94" fmla="*/ 4615 w 11515"/>
              <a:gd name="T95" fmla="*/ 4218 h 9428"/>
              <a:gd name="T96" fmla="*/ 5067 w 11515"/>
              <a:gd name="T97" fmla="*/ 2227 h 9428"/>
              <a:gd name="T98" fmla="*/ 7024 w 11515"/>
              <a:gd name="T99" fmla="*/ 0 h 9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515" h="9428">
                <a:moveTo>
                  <a:pt x="11515" y="9100"/>
                </a:moveTo>
                <a:cubicBezTo>
                  <a:pt x="11374" y="9152"/>
                  <a:pt x="11231" y="9199"/>
                  <a:pt x="11084" y="9240"/>
                </a:cubicBezTo>
                <a:cubicBezTo>
                  <a:pt x="11080" y="9242"/>
                  <a:pt x="11080" y="9242"/>
                  <a:pt x="11080" y="9242"/>
                </a:cubicBezTo>
                <a:cubicBezTo>
                  <a:pt x="11114" y="9428"/>
                  <a:pt x="11114" y="9428"/>
                  <a:pt x="11114" y="9428"/>
                </a:cubicBezTo>
                <a:cubicBezTo>
                  <a:pt x="11124" y="9428"/>
                  <a:pt x="11124" y="9428"/>
                  <a:pt x="11124" y="9428"/>
                </a:cubicBezTo>
                <a:cubicBezTo>
                  <a:pt x="11091" y="9249"/>
                  <a:pt x="11091" y="9249"/>
                  <a:pt x="11091" y="9249"/>
                </a:cubicBezTo>
                <a:cubicBezTo>
                  <a:pt x="11235" y="9208"/>
                  <a:pt x="11376" y="9162"/>
                  <a:pt x="11515" y="9110"/>
                </a:cubicBezTo>
                <a:cubicBezTo>
                  <a:pt x="11515" y="9100"/>
                  <a:pt x="11515" y="9100"/>
                  <a:pt x="11515" y="9100"/>
                </a:cubicBezTo>
                <a:moveTo>
                  <a:pt x="1011" y="0"/>
                </a:moveTo>
                <a:cubicBezTo>
                  <a:pt x="1000" y="0"/>
                  <a:pt x="1000" y="0"/>
                  <a:pt x="1000" y="0"/>
                </a:cubicBezTo>
                <a:cubicBezTo>
                  <a:pt x="944" y="113"/>
                  <a:pt x="890" y="227"/>
                  <a:pt x="839" y="342"/>
                </a:cubicBezTo>
                <a:cubicBezTo>
                  <a:pt x="282" y="1588"/>
                  <a:pt x="0" y="2917"/>
                  <a:pt x="0" y="4292"/>
                </a:cubicBezTo>
                <a:cubicBezTo>
                  <a:pt x="0" y="5602"/>
                  <a:pt x="257" y="6873"/>
                  <a:pt x="763" y="8070"/>
                </a:cubicBezTo>
                <a:cubicBezTo>
                  <a:pt x="963" y="8543"/>
                  <a:pt x="1198" y="8996"/>
                  <a:pt x="1468" y="9428"/>
                </a:cubicBezTo>
                <a:cubicBezTo>
                  <a:pt x="1479" y="9428"/>
                  <a:pt x="1479" y="9428"/>
                  <a:pt x="1479" y="9428"/>
                </a:cubicBezTo>
                <a:cubicBezTo>
                  <a:pt x="1209" y="8995"/>
                  <a:pt x="972" y="8541"/>
                  <a:pt x="772" y="8066"/>
                </a:cubicBezTo>
                <a:cubicBezTo>
                  <a:pt x="266" y="6871"/>
                  <a:pt x="10" y="5601"/>
                  <a:pt x="10" y="4292"/>
                </a:cubicBezTo>
                <a:cubicBezTo>
                  <a:pt x="10" y="2918"/>
                  <a:pt x="292" y="1591"/>
                  <a:pt x="848" y="346"/>
                </a:cubicBezTo>
                <a:cubicBezTo>
                  <a:pt x="900" y="229"/>
                  <a:pt x="954" y="114"/>
                  <a:pt x="1011" y="0"/>
                </a:cubicBezTo>
                <a:moveTo>
                  <a:pt x="3475" y="0"/>
                </a:moveTo>
                <a:cubicBezTo>
                  <a:pt x="3463" y="0"/>
                  <a:pt x="3463" y="0"/>
                  <a:pt x="3463" y="0"/>
                </a:cubicBezTo>
                <a:cubicBezTo>
                  <a:pt x="3328" y="194"/>
                  <a:pt x="3203" y="395"/>
                  <a:pt x="3086" y="602"/>
                </a:cubicBezTo>
                <a:cubicBezTo>
                  <a:pt x="2472" y="278"/>
                  <a:pt x="2472" y="278"/>
                  <a:pt x="2472" y="278"/>
                </a:cubicBezTo>
                <a:cubicBezTo>
                  <a:pt x="2524" y="184"/>
                  <a:pt x="2578" y="91"/>
                  <a:pt x="2634" y="0"/>
                </a:cubicBezTo>
                <a:cubicBezTo>
                  <a:pt x="2623" y="0"/>
                  <a:pt x="2623" y="0"/>
                  <a:pt x="2623" y="0"/>
                </a:cubicBezTo>
                <a:cubicBezTo>
                  <a:pt x="2568" y="90"/>
                  <a:pt x="2515" y="181"/>
                  <a:pt x="2464" y="273"/>
                </a:cubicBezTo>
                <a:cubicBezTo>
                  <a:pt x="2173" y="120"/>
                  <a:pt x="2173" y="120"/>
                  <a:pt x="2173" y="120"/>
                </a:cubicBezTo>
                <a:cubicBezTo>
                  <a:pt x="2196" y="80"/>
                  <a:pt x="2218" y="40"/>
                  <a:pt x="2241" y="0"/>
                </a:cubicBezTo>
                <a:cubicBezTo>
                  <a:pt x="2230" y="0"/>
                  <a:pt x="2230" y="0"/>
                  <a:pt x="2230" y="0"/>
                </a:cubicBezTo>
                <a:cubicBezTo>
                  <a:pt x="2207" y="40"/>
                  <a:pt x="2185" y="79"/>
                  <a:pt x="2162" y="119"/>
                </a:cubicBezTo>
                <a:cubicBezTo>
                  <a:pt x="2160" y="123"/>
                  <a:pt x="2160" y="123"/>
                  <a:pt x="2160" y="123"/>
                </a:cubicBezTo>
                <a:cubicBezTo>
                  <a:pt x="2459" y="281"/>
                  <a:pt x="2459" y="281"/>
                  <a:pt x="2459" y="281"/>
                </a:cubicBezTo>
                <a:cubicBezTo>
                  <a:pt x="2126" y="881"/>
                  <a:pt x="1868" y="1521"/>
                  <a:pt x="1694" y="2184"/>
                </a:cubicBezTo>
                <a:cubicBezTo>
                  <a:pt x="1513" y="2868"/>
                  <a:pt x="1421" y="3577"/>
                  <a:pt x="1420" y="4292"/>
                </a:cubicBezTo>
                <a:cubicBezTo>
                  <a:pt x="1423" y="5916"/>
                  <a:pt x="1895" y="7490"/>
                  <a:pt x="2786" y="8843"/>
                </a:cubicBezTo>
                <a:cubicBezTo>
                  <a:pt x="2043" y="9428"/>
                  <a:pt x="2043" y="9428"/>
                  <a:pt x="2043" y="9428"/>
                </a:cubicBezTo>
                <a:cubicBezTo>
                  <a:pt x="2058" y="9428"/>
                  <a:pt x="2058" y="9428"/>
                  <a:pt x="2058" y="9428"/>
                </a:cubicBezTo>
                <a:cubicBezTo>
                  <a:pt x="2796" y="8847"/>
                  <a:pt x="2796" y="8847"/>
                  <a:pt x="2796" y="8847"/>
                </a:cubicBezTo>
                <a:cubicBezTo>
                  <a:pt x="2799" y="8845"/>
                  <a:pt x="2799" y="8845"/>
                  <a:pt x="2799" y="8845"/>
                </a:cubicBezTo>
                <a:cubicBezTo>
                  <a:pt x="2797" y="8841"/>
                  <a:pt x="2797" y="8841"/>
                  <a:pt x="2797" y="8841"/>
                </a:cubicBezTo>
                <a:cubicBezTo>
                  <a:pt x="1905" y="7489"/>
                  <a:pt x="1432" y="5916"/>
                  <a:pt x="1430" y="4292"/>
                </a:cubicBezTo>
                <a:cubicBezTo>
                  <a:pt x="1431" y="3578"/>
                  <a:pt x="1523" y="2870"/>
                  <a:pt x="1703" y="2186"/>
                </a:cubicBezTo>
                <a:cubicBezTo>
                  <a:pt x="1877" y="1525"/>
                  <a:pt x="2135" y="885"/>
                  <a:pt x="2467" y="286"/>
                </a:cubicBezTo>
                <a:cubicBezTo>
                  <a:pt x="3090" y="615"/>
                  <a:pt x="3090" y="615"/>
                  <a:pt x="3090" y="615"/>
                </a:cubicBezTo>
                <a:cubicBezTo>
                  <a:pt x="3092" y="611"/>
                  <a:pt x="3092" y="611"/>
                  <a:pt x="3092" y="611"/>
                </a:cubicBezTo>
                <a:cubicBezTo>
                  <a:pt x="3210" y="401"/>
                  <a:pt x="3338" y="197"/>
                  <a:pt x="3475" y="0"/>
                </a:cubicBezTo>
                <a:moveTo>
                  <a:pt x="3624" y="0"/>
                </a:moveTo>
                <a:cubicBezTo>
                  <a:pt x="3612" y="0"/>
                  <a:pt x="3612" y="0"/>
                  <a:pt x="3612" y="0"/>
                </a:cubicBezTo>
                <a:cubicBezTo>
                  <a:pt x="3297" y="445"/>
                  <a:pt x="3033" y="924"/>
                  <a:pt x="2821" y="1431"/>
                </a:cubicBezTo>
                <a:cubicBezTo>
                  <a:pt x="2442" y="2339"/>
                  <a:pt x="2250" y="3301"/>
                  <a:pt x="2250" y="4293"/>
                </a:cubicBezTo>
                <a:cubicBezTo>
                  <a:pt x="2250" y="5810"/>
                  <a:pt x="2703" y="7271"/>
                  <a:pt x="3561" y="8516"/>
                </a:cubicBezTo>
                <a:cubicBezTo>
                  <a:pt x="3784" y="8839"/>
                  <a:pt x="4031" y="9144"/>
                  <a:pt x="4301" y="9428"/>
                </a:cubicBezTo>
                <a:cubicBezTo>
                  <a:pt x="4314" y="9428"/>
                  <a:pt x="4314" y="9428"/>
                  <a:pt x="4314" y="9428"/>
                </a:cubicBezTo>
                <a:cubicBezTo>
                  <a:pt x="4042" y="9143"/>
                  <a:pt x="3793" y="8836"/>
                  <a:pt x="3569" y="8510"/>
                </a:cubicBezTo>
                <a:cubicBezTo>
                  <a:pt x="2712" y="7267"/>
                  <a:pt x="2260" y="5808"/>
                  <a:pt x="2260" y="4293"/>
                </a:cubicBezTo>
                <a:cubicBezTo>
                  <a:pt x="2260" y="3303"/>
                  <a:pt x="2452" y="2341"/>
                  <a:pt x="2830" y="1434"/>
                </a:cubicBezTo>
                <a:cubicBezTo>
                  <a:pt x="3042" y="926"/>
                  <a:pt x="3308" y="446"/>
                  <a:pt x="3624" y="0"/>
                </a:cubicBezTo>
                <a:moveTo>
                  <a:pt x="7024" y="0"/>
                </a:moveTo>
                <a:cubicBezTo>
                  <a:pt x="7005" y="0"/>
                  <a:pt x="7005" y="0"/>
                  <a:pt x="7005" y="0"/>
                </a:cubicBezTo>
                <a:cubicBezTo>
                  <a:pt x="6760" y="152"/>
                  <a:pt x="6528" y="326"/>
                  <a:pt x="6308" y="521"/>
                </a:cubicBezTo>
                <a:cubicBezTo>
                  <a:pt x="5772" y="1000"/>
                  <a:pt x="5351" y="1573"/>
                  <a:pt x="5058" y="2223"/>
                </a:cubicBezTo>
                <a:cubicBezTo>
                  <a:pt x="4776" y="2849"/>
                  <a:pt x="4623" y="3516"/>
                  <a:pt x="4605" y="4208"/>
                </a:cubicBezTo>
                <a:cubicBezTo>
                  <a:pt x="4149" y="4182"/>
                  <a:pt x="4149" y="4182"/>
                  <a:pt x="4149" y="4182"/>
                </a:cubicBezTo>
                <a:cubicBezTo>
                  <a:pt x="4166" y="3378"/>
                  <a:pt x="4357" y="2598"/>
                  <a:pt x="4715" y="1862"/>
                </a:cubicBezTo>
                <a:cubicBezTo>
                  <a:pt x="4717" y="1858"/>
                  <a:pt x="4717" y="1858"/>
                  <a:pt x="4717" y="1858"/>
                </a:cubicBezTo>
                <a:cubicBezTo>
                  <a:pt x="3755" y="1278"/>
                  <a:pt x="3755" y="1278"/>
                  <a:pt x="3755" y="1278"/>
                </a:cubicBezTo>
                <a:cubicBezTo>
                  <a:pt x="3988" y="820"/>
                  <a:pt x="4272" y="392"/>
                  <a:pt x="4602" y="0"/>
                </a:cubicBezTo>
                <a:cubicBezTo>
                  <a:pt x="4589" y="0"/>
                  <a:pt x="4589" y="0"/>
                  <a:pt x="4589" y="0"/>
                </a:cubicBezTo>
                <a:cubicBezTo>
                  <a:pt x="4260" y="392"/>
                  <a:pt x="3977" y="820"/>
                  <a:pt x="3745" y="1277"/>
                </a:cubicBezTo>
                <a:cubicBezTo>
                  <a:pt x="3743" y="1281"/>
                  <a:pt x="3743" y="1281"/>
                  <a:pt x="3743" y="1281"/>
                </a:cubicBezTo>
                <a:cubicBezTo>
                  <a:pt x="4705" y="1862"/>
                  <a:pt x="4705" y="1862"/>
                  <a:pt x="4705" y="1862"/>
                </a:cubicBezTo>
                <a:cubicBezTo>
                  <a:pt x="4347" y="2597"/>
                  <a:pt x="4156" y="3378"/>
                  <a:pt x="4139" y="4181"/>
                </a:cubicBezTo>
                <a:cubicBezTo>
                  <a:pt x="3595" y="4150"/>
                  <a:pt x="3595" y="4150"/>
                  <a:pt x="3595" y="4150"/>
                </a:cubicBezTo>
                <a:cubicBezTo>
                  <a:pt x="3600" y="3836"/>
                  <a:pt x="3628" y="3522"/>
                  <a:pt x="3679" y="3218"/>
                </a:cubicBezTo>
                <a:cubicBezTo>
                  <a:pt x="3680" y="3213"/>
                  <a:pt x="3680" y="3213"/>
                  <a:pt x="3680" y="3213"/>
                </a:cubicBezTo>
                <a:cubicBezTo>
                  <a:pt x="3015" y="3130"/>
                  <a:pt x="3015" y="3130"/>
                  <a:pt x="3015" y="3130"/>
                </a:cubicBezTo>
                <a:cubicBezTo>
                  <a:pt x="3213" y="1944"/>
                  <a:pt x="3686" y="895"/>
                  <a:pt x="4425" y="0"/>
                </a:cubicBezTo>
                <a:cubicBezTo>
                  <a:pt x="4412" y="0"/>
                  <a:pt x="4412" y="0"/>
                  <a:pt x="4412" y="0"/>
                </a:cubicBezTo>
                <a:cubicBezTo>
                  <a:pt x="3675" y="896"/>
                  <a:pt x="3202" y="1947"/>
                  <a:pt x="3005" y="3133"/>
                </a:cubicBezTo>
                <a:cubicBezTo>
                  <a:pt x="3004" y="3138"/>
                  <a:pt x="3004" y="3138"/>
                  <a:pt x="3004" y="3138"/>
                </a:cubicBezTo>
                <a:cubicBezTo>
                  <a:pt x="3668" y="3221"/>
                  <a:pt x="3668" y="3221"/>
                  <a:pt x="3668" y="3221"/>
                </a:cubicBezTo>
                <a:cubicBezTo>
                  <a:pt x="3618" y="3526"/>
                  <a:pt x="3590" y="3840"/>
                  <a:pt x="3586" y="4155"/>
                </a:cubicBezTo>
                <a:cubicBezTo>
                  <a:pt x="3585" y="4159"/>
                  <a:pt x="3585" y="4159"/>
                  <a:pt x="3585" y="4159"/>
                </a:cubicBezTo>
                <a:cubicBezTo>
                  <a:pt x="4139" y="4191"/>
                  <a:pt x="4139" y="4191"/>
                  <a:pt x="4139" y="4191"/>
                </a:cubicBezTo>
                <a:cubicBezTo>
                  <a:pt x="4138" y="4229"/>
                  <a:pt x="4138" y="4261"/>
                  <a:pt x="4138" y="4292"/>
                </a:cubicBezTo>
                <a:cubicBezTo>
                  <a:pt x="4139" y="5044"/>
                  <a:pt x="4287" y="5772"/>
                  <a:pt x="4577" y="6458"/>
                </a:cubicBezTo>
                <a:cubicBezTo>
                  <a:pt x="4858" y="7121"/>
                  <a:pt x="5259" y="7716"/>
                  <a:pt x="5770" y="8226"/>
                </a:cubicBezTo>
                <a:cubicBezTo>
                  <a:pt x="6281" y="8737"/>
                  <a:pt x="6876" y="9139"/>
                  <a:pt x="7539" y="9420"/>
                </a:cubicBezTo>
                <a:cubicBezTo>
                  <a:pt x="7545" y="9422"/>
                  <a:pt x="7552" y="9425"/>
                  <a:pt x="7559" y="9428"/>
                </a:cubicBezTo>
                <a:cubicBezTo>
                  <a:pt x="7584" y="9428"/>
                  <a:pt x="7584" y="9428"/>
                  <a:pt x="7584" y="9428"/>
                </a:cubicBezTo>
                <a:cubicBezTo>
                  <a:pt x="7570" y="9422"/>
                  <a:pt x="7556" y="9416"/>
                  <a:pt x="7542" y="9411"/>
                </a:cubicBezTo>
                <a:cubicBezTo>
                  <a:pt x="6881" y="9130"/>
                  <a:pt x="6287" y="8730"/>
                  <a:pt x="5777" y="8220"/>
                </a:cubicBezTo>
                <a:cubicBezTo>
                  <a:pt x="5267" y="7710"/>
                  <a:pt x="4867" y="7116"/>
                  <a:pt x="4586" y="6454"/>
                </a:cubicBezTo>
                <a:cubicBezTo>
                  <a:pt x="4296" y="5770"/>
                  <a:pt x="4149" y="5042"/>
                  <a:pt x="4147" y="4292"/>
                </a:cubicBezTo>
                <a:cubicBezTo>
                  <a:pt x="4147" y="4262"/>
                  <a:pt x="4148" y="4229"/>
                  <a:pt x="4149" y="4191"/>
                </a:cubicBezTo>
                <a:cubicBezTo>
                  <a:pt x="4615" y="4218"/>
                  <a:pt x="4615" y="4218"/>
                  <a:pt x="4615" y="4218"/>
                </a:cubicBezTo>
                <a:cubicBezTo>
                  <a:pt x="4615" y="4213"/>
                  <a:pt x="4615" y="4213"/>
                  <a:pt x="4615" y="4213"/>
                </a:cubicBezTo>
                <a:cubicBezTo>
                  <a:pt x="4632" y="3521"/>
                  <a:pt x="4784" y="2853"/>
                  <a:pt x="5067" y="2227"/>
                </a:cubicBezTo>
                <a:cubicBezTo>
                  <a:pt x="5360" y="1578"/>
                  <a:pt x="5780" y="1006"/>
                  <a:pt x="6315" y="528"/>
                </a:cubicBezTo>
                <a:cubicBezTo>
                  <a:pt x="6538" y="330"/>
                  <a:pt x="6774" y="154"/>
                  <a:pt x="7024" y="0"/>
                </a:cubicBezTo>
              </a:path>
            </a:pathLst>
          </a:custGeom>
          <a:solidFill>
            <a:srgbClr val="047C64">
              <a:alpha val="12000"/>
            </a:srgbClr>
          </a:solidFill>
          <a:ln w="38100">
            <a:noFill/>
            <a:round/>
            <a:headEnd/>
            <a:tailEnd/>
          </a:ln>
        </p:spPr>
        <p:txBody>
          <a:bodyPr vert="horz" wrap="square" lIns="91440" tIns="45720" rIns="91440" bIns="45720" numCol="1" anchor="t" anchorCtr="0" compatLnSpc="1">
            <a:prstTxWarp prst="textNoShape">
              <a:avLst/>
            </a:prstTxWarp>
          </a:bodyPr>
          <a:lstStyle/>
          <a:p>
            <a:endParaRPr lang="en-US">
              <a:latin typeface="Sakkal Majalla" panose="02000000000000000000" pitchFamily="2" charset="-78"/>
            </a:endParaRPr>
          </a:p>
        </p:txBody>
      </p:sp>
      <p:sp>
        <p:nvSpPr>
          <p:cNvPr id="6" name="Rectangle 5">
            <a:extLst>
              <a:ext uri="{FF2B5EF4-FFF2-40B4-BE49-F238E27FC236}">
                <a16:creationId xmlns:a16="http://schemas.microsoft.com/office/drawing/2014/main" id="{780319E5-5F12-AD0D-0A48-5B4565566C26}"/>
              </a:ext>
            </a:extLst>
          </p:cNvPr>
          <p:cNvSpPr/>
          <p:nvPr userDrawn="1"/>
        </p:nvSpPr>
        <p:spPr>
          <a:xfrm>
            <a:off x="12090401" y="252991"/>
            <a:ext cx="101600" cy="85093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Sakkal Majalla" panose="02000000000000000000" pitchFamily="2" charset="-78"/>
            </a:endParaRPr>
          </a:p>
        </p:txBody>
      </p:sp>
      <p:sp>
        <p:nvSpPr>
          <p:cNvPr id="14" name="Rectangle 13">
            <a:extLst>
              <a:ext uri="{FF2B5EF4-FFF2-40B4-BE49-F238E27FC236}">
                <a16:creationId xmlns:a16="http://schemas.microsoft.com/office/drawing/2014/main" id="{A99169B1-BF31-3D56-6C35-7967FA1BBAC9}"/>
              </a:ext>
            </a:extLst>
          </p:cNvPr>
          <p:cNvSpPr/>
          <p:nvPr userDrawn="1"/>
        </p:nvSpPr>
        <p:spPr>
          <a:xfrm>
            <a:off x="443239" y="6238143"/>
            <a:ext cx="502268" cy="619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Sakkal Majalla" panose="02000000000000000000" pitchFamily="2" charset="-78"/>
            </a:endParaRPr>
          </a:p>
        </p:txBody>
      </p:sp>
      <p:cxnSp>
        <p:nvCxnSpPr>
          <p:cNvPr id="15" name="رابط مستقيم 7">
            <a:extLst>
              <a:ext uri="{FF2B5EF4-FFF2-40B4-BE49-F238E27FC236}">
                <a16:creationId xmlns:a16="http://schemas.microsoft.com/office/drawing/2014/main" id="{69791D7E-621D-F52D-F7FE-F050863E05E2}"/>
              </a:ext>
            </a:extLst>
          </p:cNvPr>
          <p:cNvCxnSpPr>
            <a:cxnSpLocks/>
          </p:cNvCxnSpPr>
          <p:nvPr userDrawn="1"/>
        </p:nvCxnSpPr>
        <p:spPr>
          <a:xfrm flipH="1">
            <a:off x="442913" y="6839826"/>
            <a:ext cx="502920" cy="0"/>
          </a:xfrm>
          <a:prstGeom prst="line">
            <a:avLst/>
          </a:prstGeom>
          <a:ln w="38100">
            <a:solidFill>
              <a:srgbClr val="CBA439"/>
            </a:solidFill>
          </a:ln>
        </p:spPr>
        <p:style>
          <a:lnRef idx="1">
            <a:schemeClr val="accent1"/>
          </a:lnRef>
          <a:fillRef idx="0">
            <a:schemeClr val="accent1"/>
          </a:fillRef>
          <a:effectRef idx="0">
            <a:schemeClr val="accent1"/>
          </a:effectRef>
          <a:fontRef idx="minor">
            <a:schemeClr val="tx1"/>
          </a:fontRef>
        </p:style>
      </p:cxnSp>
      <p:cxnSp>
        <p:nvCxnSpPr>
          <p:cNvPr id="17" name="رابط مستقيم 7">
            <a:extLst>
              <a:ext uri="{FF2B5EF4-FFF2-40B4-BE49-F238E27FC236}">
                <a16:creationId xmlns:a16="http://schemas.microsoft.com/office/drawing/2014/main" id="{ADE573F8-4425-2008-AE97-C995433E0291}"/>
              </a:ext>
            </a:extLst>
          </p:cNvPr>
          <p:cNvCxnSpPr>
            <a:cxnSpLocks/>
          </p:cNvCxnSpPr>
          <p:nvPr userDrawn="1"/>
        </p:nvCxnSpPr>
        <p:spPr>
          <a:xfrm flipH="1">
            <a:off x="442913" y="6257193"/>
            <a:ext cx="502920" cy="0"/>
          </a:xfrm>
          <a:prstGeom prst="line">
            <a:avLst/>
          </a:prstGeom>
          <a:ln w="38100">
            <a:solidFill>
              <a:srgbClr val="CBA439"/>
            </a:solidFill>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id="{F068AA61-5469-31FF-3CD8-56C74EDC7E79}"/>
              </a:ext>
            </a:extLst>
          </p:cNvPr>
          <p:cNvPicPr>
            <a:picLocks noChangeAspect="1"/>
          </p:cNvPicPr>
          <p:nvPr userDrawn="1"/>
        </p:nvPicPr>
        <p:blipFill>
          <a:blip r:embed="rId11"/>
          <a:stretch>
            <a:fillRect/>
          </a:stretch>
        </p:blipFill>
        <p:spPr>
          <a:xfrm>
            <a:off x="517690" y="6369696"/>
            <a:ext cx="353365" cy="357627"/>
          </a:xfrm>
          <a:prstGeom prst="rect">
            <a:avLst/>
          </a:prstGeom>
        </p:spPr>
      </p:pic>
      <p:sp>
        <p:nvSpPr>
          <p:cNvPr id="28" name="Slide Number">
            <a:extLst>
              <a:ext uri="{FF2B5EF4-FFF2-40B4-BE49-F238E27FC236}">
                <a16:creationId xmlns:a16="http://schemas.microsoft.com/office/drawing/2014/main" id="{D4522E79-51DA-DDBA-B2CC-8A13AA2409FC}"/>
              </a:ext>
            </a:extLst>
          </p:cNvPr>
          <p:cNvSpPr>
            <a:spLocks noChangeArrowheads="1"/>
          </p:cNvSpPr>
          <p:nvPr userDrawn="1">
            <p:custDataLst>
              <p:tags r:id="rId3"/>
            </p:custDataLst>
          </p:nvPr>
        </p:nvSpPr>
        <p:spPr bwMode="black">
          <a:xfrm>
            <a:off x="597218" y="6470604"/>
            <a:ext cx="194310" cy="161711"/>
          </a:xfrm>
          <a:prstGeom prst="rect">
            <a:avLst/>
          </a:prstGeom>
          <a:noFill/>
          <a:ln w="9525" algn="ctr">
            <a:noFill/>
            <a:miter lim="800000"/>
            <a:headEnd/>
            <a:tailEnd/>
          </a:ln>
          <a:effectLst/>
        </p:spPr>
        <p:txBody>
          <a:bodyPr wrap="square" lIns="0" tIns="0" rIns="0" bIns="0" anchor="t">
            <a:spAutoFit/>
          </a:bodyPr>
          <a:lstStyle/>
          <a:p>
            <a:pPr algn="ctr" defTabSz="610753" rtl="1" fontAlgn="auto">
              <a:spcBef>
                <a:spcPts val="0"/>
              </a:spcBef>
              <a:spcAft>
                <a:spcPts val="0"/>
              </a:spcAft>
              <a:defRPr/>
            </a:pPr>
            <a:fld id="{4ABDCABE-3F10-B64C-92F1-862014417034}" type="slidenum">
              <a:rPr lang="en-US" sz="1051" smtClean="0">
                <a:solidFill>
                  <a:srgbClr val="00513C"/>
                </a:solidFill>
                <a:latin typeface="Sakkal Majalla" panose="02000000000000000000" pitchFamily="2" charset="-78"/>
                <a:ea typeface="+mn-ea"/>
                <a:cs typeface="Sakkal Majalla" panose="02000000000000000000" pitchFamily="2" charset="-78"/>
              </a:rPr>
              <a:pPr algn="ctr" defTabSz="610753" rtl="1" fontAlgn="auto">
                <a:spcBef>
                  <a:spcPts val="0"/>
                </a:spcBef>
                <a:spcAft>
                  <a:spcPts val="0"/>
                </a:spcAft>
                <a:defRPr/>
              </a:pPr>
              <a:t>‹#›</a:t>
            </a:fld>
            <a:endParaRPr lang="en-US" sz="1051">
              <a:solidFill>
                <a:srgbClr val="00513C"/>
              </a:solidFill>
              <a:latin typeface="Sakkal Majalla" panose="02000000000000000000" pitchFamily="2" charset="-78"/>
              <a:ea typeface="+mn-ea"/>
              <a:cs typeface="Sakkal Majalla" panose="02000000000000000000" pitchFamily="2" charset="-78"/>
            </a:endParaRPr>
          </a:p>
        </p:txBody>
      </p:sp>
      <p:sp>
        <p:nvSpPr>
          <p:cNvPr id="29" name="Slide Number">
            <a:extLst>
              <a:ext uri="{FF2B5EF4-FFF2-40B4-BE49-F238E27FC236}">
                <a16:creationId xmlns:a16="http://schemas.microsoft.com/office/drawing/2014/main" id="{46A422BD-0996-B5CB-E1F2-D2BAA675E3A8}"/>
              </a:ext>
            </a:extLst>
          </p:cNvPr>
          <p:cNvSpPr>
            <a:spLocks noChangeArrowheads="1"/>
          </p:cNvSpPr>
          <p:nvPr userDrawn="1">
            <p:custDataLst>
              <p:tags r:id="rId4"/>
            </p:custDataLst>
          </p:nvPr>
        </p:nvSpPr>
        <p:spPr bwMode="black">
          <a:xfrm>
            <a:off x="597218" y="6470604"/>
            <a:ext cx="194310" cy="161711"/>
          </a:xfrm>
          <a:prstGeom prst="rect">
            <a:avLst/>
          </a:prstGeom>
          <a:noFill/>
          <a:ln w="9525" algn="ctr">
            <a:noFill/>
            <a:miter lim="800000"/>
            <a:headEnd/>
            <a:tailEnd/>
          </a:ln>
          <a:effectLst/>
        </p:spPr>
        <p:txBody>
          <a:bodyPr wrap="square" lIns="0" tIns="0" rIns="0" bIns="0" anchor="t">
            <a:spAutoFit/>
          </a:bodyPr>
          <a:lstStyle/>
          <a:p>
            <a:pPr algn="ctr" defTabSz="610753" rtl="1" fontAlgn="auto">
              <a:spcBef>
                <a:spcPts val="0"/>
              </a:spcBef>
              <a:spcAft>
                <a:spcPts val="0"/>
              </a:spcAft>
              <a:defRPr/>
            </a:pPr>
            <a:fld id="{4ABDCABE-3F10-B64C-92F1-862014417034}" type="slidenum">
              <a:rPr lang="en-US" sz="1051" smtClean="0">
                <a:solidFill>
                  <a:srgbClr val="00513C"/>
                </a:solidFill>
                <a:latin typeface="Sakkal Majalla" panose="02000000000000000000" pitchFamily="2" charset="-78"/>
                <a:ea typeface="+mn-ea"/>
                <a:cs typeface="Sakkal Majalla" panose="02000000000000000000" pitchFamily="2" charset="-78"/>
              </a:rPr>
              <a:pPr algn="ctr" defTabSz="610753" rtl="1" fontAlgn="auto">
                <a:spcBef>
                  <a:spcPts val="0"/>
                </a:spcBef>
                <a:spcAft>
                  <a:spcPts val="0"/>
                </a:spcAft>
                <a:defRPr/>
              </a:pPr>
              <a:t>‹#›</a:t>
            </a:fld>
            <a:endParaRPr lang="en-US" sz="1051">
              <a:solidFill>
                <a:srgbClr val="00513C"/>
              </a:solidFill>
              <a:latin typeface="Sakkal Majalla" panose="02000000000000000000" pitchFamily="2" charset="-78"/>
              <a:ea typeface="+mn-ea"/>
              <a:cs typeface="Sakkal Majalla" panose="02000000000000000000" pitchFamily="2" charset="-78"/>
            </a:endParaRPr>
          </a:p>
        </p:txBody>
      </p:sp>
      <p:sp>
        <p:nvSpPr>
          <p:cNvPr id="8" name="hcSlideMaster.3_Title and ContentHeader" descr="Classification: Public ">
            <a:extLst>
              <a:ext uri="{FF2B5EF4-FFF2-40B4-BE49-F238E27FC236}">
                <a16:creationId xmlns:a16="http://schemas.microsoft.com/office/drawing/2014/main" id="{206CAD04-0D81-46B6-9975-915A0DF08C7A}"/>
              </a:ext>
            </a:extLst>
          </p:cNvPr>
          <p:cNvSpPr txBox="1"/>
          <p:nvPr userDrawn="1"/>
        </p:nvSpPr>
        <p:spPr>
          <a:xfrm>
            <a:off x="0" y="0"/>
            <a:ext cx="12192000" cy="276999"/>
          </a:xfrm>
          <a:prstGeom prst="rect">
            <a:avLst/>
          </a:prstGeom>
          <a:noFill/>
        </p:spPr>
        <p:txBody>
          <a:bodyPr vert="horz" rtlCol="0">
            <a:spAutoFit/>
          </a:bodyPr>
          <a:lstStyle/>
          <a:p>
            <a:pPr algn="ctr"/>
            <a:r>
              <a:rPr lang="en-US" sz="1200" b="0" i="0" u="none" strike="noStrike" baseline="0">
                <a:solidFill>
                  <a:srgbClr val="000000"/>
                </a:solidFill>
                <a:latin typeface="Microsoft Sans Serif" panose="020B0604020202020204" pitchFamily="34" charset="0"/>
                <a:cs typeface="Microsoft Sans Serif" panose="020B0604020202020204" pitchFamily="34" charset="0"/>
              </a:rPr>
              <a:t>Classification: </a:t>
            </a:r>
            <a:r>
              <a:rPr lang="en-US" sz="1200" b="1" i="0" u="none" strike="noStrike" baseline="0">
                <a:solidFill>
                  <a:srgbClr val="008000"/>
                </a:solidFill>
                <a:latin typeface="Microsoft Sans Serif" panose="020B0604020202020204" pitchFamily="34" charset="0"/>
                <a:cs typeface="Microsoft Sans Serif" panose="020B0604020202020204" pitchFamily="34" charset="0"/>
              </a:rPr>
              <a:t>Public</a:t>
            </a:r>
            <a:r>
              <a:rPr lang="en-US" sz="1200" b="0" i="0" u="none" strike="noStrike" baseline="0">
                <a:solidFill>
                  <a:srgbClr val="000000"/>
                </a:solidFill>
                <a:latin typeface="Microsoft Sans Serif" panose="020B0604020202020204" pitchFamily="34" charset="0"/>
                <a:cs typeface="Microsoft Sans Serif" panose="020B0604020202020204" pitchFamily="34" charset="0"/>
              </a:rPr>
              <a:t> </a:t>
            </a:r>
          </a:p>
        </p:txBody>
      </p:sp>
    </p:spTree>
    <p:extLst>
      <p:ext uri="{BB962C8B-B14F-4D97-AF65-F5344CB8AC3E}">
        <p14:creationId xmlns:p14="http://schemas.microsoft.com/office/powerpoint/2010/main" val="2753316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ection-Title">
    <p:spTree>
      <p:nvGrpSpPr>
        <p:cNvPr id="1" name=""/>
        <p:cNvGrpSpPr/>
        <p:nvPr/>
      </p:nvGrpSpPr>
      <p:grpSpPr>
        <a:xfrm>
          <a:off x="0" y="0"/>
          <a:ext cx="0" cy="0"/>
          <a:chOff x="0" y="0"/>
          <a:chExt cx="0" cy="0"/>
        </a:xfrm>
      </p:grpSpPr>
      <p:sp>
        <p:nvSpPr>
          <p:cNvPr id="9" name="Text Placeholder 7">
            <a:extLst>
              <a:ext uri="{FF2B5EF4-FFF2-40B4-BE49-F238E27FC236}">
                <a16:creationId xmlns:a16="http://schemas.microsoft.com/office/drawing/2014/main" id="{206E4DEC-99F3-AB52-0DB2-50A24DDBF4C6}"/>
              </a:ext>
            </a:extLst>
          </p:cNvPr>
          <p:cNvSpPr>
            <a:spLocks noGrp="1"/>
          </p:cNvSpPr>
          <p:nvPr>
            <p:ph type="body" sz="quarter" idx="11" hasCustomPrompt="1"/>
          </p:nvPr>
        </p:nvSpPr>
        <p:spPr>
          <a:xfrm>
            <a:off x="609601" y="2525140"/>
            <a:ext cx="4575175" cy="1683428"/>
          </a:xfrm>
          <a:prstGeom prst="rect">
            <a:avLst/>
          </a:prstGeom>
        </p:spPr>
        <p:txBody>
          <a:bodyPr anchor="ctr"/>
          <a:lstStyle>
            <a:lvl1pPr marL="0" indent="0">
              <a:buNone/>
              <a:defRPr sz="4800" b="1">
                <a:solidFill>
                  <a:schemeClr val="accent2"/>
                </a:solidFill>
                <a:effectLst/>
              </a:defRPr>
            </a:lvl1pPr>
          </a:lstStyle>
          <a:p>
            <a:pPr lvl="0"/>
            <a:r>
              <a:rPr lang="en-US"/>
              <a:t>Click to add section title</a:t>
            </a:r>
          </a:p>
        </p:txBody>
      </p:sp>
      <p:sp>
        <p:nvSpPr>
          <p:cNvPr id="2" name="hcSlideMaster.Section-TitleHeader" descr="Classification: Public ">
            <a:extLst>
              <a:ext uri="{FF2B5EF4-FFF2-40B4-BE49-F238E27FC236}">
                <a16:creationId xmlns:a16="http://schemas.microsoft.com/office/drawing/2014/main" id="{A8687B4A-07B4-499F-AE9A-D7C3249BE6E2}"/>
              </a:ext>
            </a:extLst>
          </p:cNvPr>
          <p:cNvSpPr txBox="1"/>
          <p:nvPr userDrawn="1"/>
        </p:nvSpPr>
        <p:spPr>
          <a:xfrm>
            <a:off x="0" y="0"/>
            <a:ext cx="12192000" cy="276999"/>
          </a:xfrm>
          <a:prstGeom prst="rect">
            <a:avLst/>
          </a:prstGeom>
          <a:noFill/>
        </p:spPr>
        <p:txBody>
          <a:bodyPr vert="horz" rtlCol="0">
            <a:spAutoFit/>
          </a:bodyPr>
          <a:lstStyle/>
          <a:p>
            <a:pPr algn="ctr"/>
            <a:r>
              <a:rPr lang="en-US" sz="1200" b="0" i="0" u="none" strike="noStrike" baseline="0">
                <a:solidFill>
                  <a:srgbClr val="000000"/>
                </a:solidFill>
                <a:latin typeface="Microsoft Sans Serif" panose="020B0604020202020204" pitchFamily="34" charset="0"/>
                <a:cs typeface="Microsoft Sans Serif" panose="020B0604020202020204" pitchFamily="34" charset="0"/>
              </a:rPr>
              <a:t>Classification: </a:t>
            </a:r>
            <a:r>
              <a:rPr lang="en-US" sz="1200" b="1" i="0" u="none" strike="noStrike" baseline="0">
                <a:solidFill>
                  <a:srgbClr val="008000"/>
                </a:solidFill>
                <a:latin typeface="Microsoft Sans Serif" panose="020B0604020202020204" pitchFamily="34" charset="0"/>
                <a:cs typeface="Microsoft Sans Serif" panose="020B0604020202020204" pitchFamily="34" charset="0"/>
              </a:rPr>
              <a:t>Public</a:t>
            </a:r>
            <a:r>
              <a:rPr lang="en-US" sz="1200" b="0" i="0" u="none" strike="noStrike" baseline="0">
                <a:solidFill>
                  <a:srgbClr val="000000"/>
                </a:solidFill>
                <a:latin typeface="Microsoft Sans Serif" panose="020B0604020202020204" pitchFamily="34" charset="0"/>
                <a:cs typeface="Microsoft Sans Serif" panose="020B0604020202020204" pitchFamily="34" charset="0"/>
              </a:rPr>
              <a:t> </a:t>
            </a:r>
          </a:p>
        </p:txBody>
      </p:sp>
    </p:spTree>
    <p:extLst>
      <p:ext uri="{BB962C8B-B14F-4D97-AF65-F5344CB8AC3E}">
        <p14:creationId xmlns:p14="http://schemas.microsoft.com/office/powerpoint/2010/main" val="3122437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Title">
    <p:spTree>
      <p:nvGrpSpPr>
        <p:cNvPr id="1" name=""/>
        <p:cNvGrpSpPr/>
        <p:nvPr/>
      </p:nvGrpSpPr>
      <p:grpSpPr>
        <a:xfrm>
          <a:off x="0" y="0"/>
          <a:ext cx="0" cy="0"/>
          <a:chOff x="0" y="0"/>
          <a:chExt cx="0" cy="0"/>
        </a:xfrm>
      </p:grpSpPr>
      <p:sp>
        <p:nvSpPr>
          <p:cNvPr id="9" name="Text Placeholder 7">
            <a:extLst>
              <a:ext uri="{FF2B5EF4-FFF2-40B4-BE49-F238E27FC236}">
                <a16:creationId xmlns:a16="http://schemas.microsoft.com/office/drawing/2014/main" id="{206E4DEC-99F3-AB52-0DB2-50A24DDBF4C6}"/>
              </a:ext>
            </a:extLst>
          </p:cNvPr>
          <p:cNvSpPr>
            <a:spLocks noGrp="1"/>
          </p:cNvSpPr>
          <p:nvPr>
            <p:ph type="body" sz="quarter" idx="11" hasCustomPrompt="1"/>
          </p:nvPr>
        </p:nvSpPr>
        <p:spPr>
          <a:xfrm>
            <a:off x="609601" y="2525140"/>
            <a:ext cx="4575175" cy="1683428"/>
          </a:xfrm>
          <a:prstGeom prst="rect">
            <a:avLst/>
          </a:prstGeom>
        </p:spPr>
        <p:txBody>
          <a:bodyPr anchor="ctr"/>
          <a:lstStyle>
            <a:lvl1pPr marL="0" indent="0">
              <a:buNone/>
              <a:defRPr sz="4800" b="1">
                <a:solidFill>
                  <a:schemeClr val="accent2"/>
                </a:solidFill>
                <a:effectLst/>
              </a:defRPr>
            </a:lvl1pPr>
          </a:lstStyle>
          <a:p>
            <a:pPr lvl="0"/>
            <a:r>
              <a:rPr lang="en-US"/>
              <a:t>Click to add section title</a:t>
            </a:r>
          </a:p>
        </p:txBody>
      </p:sp>
      <p:sp>
        <p:nvSpPr>
          <p:cNvPr id="2" name="hcSlideMaster26.Section-TitleHeader" descr="Classification: Public ">
            <a:extLst>
              <a:ext uri="{FF2B5EF4-FFF2-40B4-BE49-F238E27FC236}">
                <a16:creationId xmlns:a16="http://schemas.microsoft.com/office/drawing/2014/main" id="{21BCF73B-3B29-4EC2-A5A8-456A209B802E}"/>
              </a:ext>
            </a:extLst>
          </p:cNvPr>
          <p:cNvSpPr txBox="1"/>
          <p:nvPr userDrawn="1"/>
        </p:nvSpPr>
        <p:spPr>
          <a:xfrm>
            <a:off x="0" y="0"/>
            <a:ext cx="12192000" cy="276999"/>
          </a:xfrm>
          <a:prstGeom prst="rect">
            <a:avLst/>
          </a:prstGeom>
          <a:noFill/>
        </p:spPr>
        <p:txBody>
          <a:bodyPr vert="horz" rtlCol="0">
            <a:spAutoFit/>
          </a:bodyPr>
          <a:lstStyle/>
          <a:p>
            <a:pPr algn="ctr"/>
            <a:r>
              <a:rPr lang="en-US" sz="1200" b="0" i="0" u="none" strike="noStrike" baseline="0">
                <a:solidFill>
                  <a:srgbClr val="000000"/>
                </a:solidFill>
                <a:latin typeface="Microsoft Sans Serif" panose="020B0604020202020204" pitchFamily="34" charset="0"/>
                <a:cs typeface="Microsoft Sans Serif" panose="020B0604020202020204" pitchFamily="34" charset="0"/>
              </a:rPr>
              <a:t>Classification: </a:t>
            </a:r>
            <a:r>
              <a:rPr lang="en-US" sz="1200" b="1" i="0" u="none" strike="noStrike" baseline="0">
                <a:solidFill>
                  <a:srgbClr val="008000"/>
                </a:solidFill>
                <a:latin typeface="Microsoft Sans Serif" panose="020B0604020202020204" pitchFamily="34" charset="0"/>
                <a:cs typeface="Microsoft Sans Serif" panose="020B0604020202020204" pitchFamily="34" charset="0"/>
              </a:rPr>
              <a:t>Public</a:t>
            </a:r>
            <a:r>
              <a:rPr lang="en-US" sz="1200" b="0" i="0" u="none" strike="noStrike" baseline="0">
                <a:solidFill>
                  <a:srgbClr val="000000"/>
                </a:solidFill>
                <a:latin typeface="Microsoft Sans Serif" panose="020B0604020202020204" pitchFamily="34" charset="0"/>
                <a:cs typeface="Microsoft Sans Serif" panose="020B0604020202020204" pitchFamily="34" charset="0"/>
              </a:rPr>
              <a:t> </a:t>
            </a:r>
          </a:p>
        </p:txBody>
      </p:sp>
    </p:spTree>
    <p:extLst>
      <p:ext uri="{BB962C8B-B14F-4D97-AF65-F5344CB8AC3E}">
        <p14:creationId xmlns:p14="http://schemas.microsoft.com/office/powerpoint/2010/main" val="5553675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13"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tags" Target="../tags/tag2.xml"/><Relationship Id="rId12"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3.png"/><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theme" Target="../theme/theme2.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7"/>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8" imgW="395" imgH="396" progId="TCLayout.ActiveDocument.1">
                  <p:embed/>
                </p:oleObj>
              </mc:Choice>
              <mc:Fallback>
                <p:oleObj name="think-cell Slide" r:id="rId8" imgW="395" imgH="396" progId="TCLayout.ActiveDocument.1">
                  <p:embed/>
                  <p:pic>
                    <p:nvPicPr>
                      <p:cNvPr id="2" name="Object 1" hidden="1"/>
                      <p:cNvPicPr/>
                      <p:nvPr/>
                    </p:nvPicPr>
                    <p:blipFill>
                      <a:blip r:embed="rId9"/>
                      <a:stretch>
                        <a:fillRect/>
                      </a:stretch>
                    </p:blipFill>
                    <p:spPr>
                      <a:xfrm>
                        <a:off x="1588" y="1588"/>
                        <a:ext cx="1587" cy="1587"/>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08D27454-458B-403A-BEF8-20275FB1D4B4}"/>
              </a:ext>
            </a:extLst>
          </p:cNvPr>
          <p:cNvPicPr>
            <a:picLocks noChangeAspect="1"/>
          </p:cNvPicPr>
          <p:nvPr userDrawn="1"/>
        </p:nvPicPr>
        <p:blipFill>
          <a:blip r:embed="rId10" cstate="email">
            <a:extLst>
              <a:ext uri="{28A0092B-C50C-407E-A947-70E740481C1C}">
                <a14:useLocalDpi xmlns:a14="http://schemas.microsoft.com/office/drawing/2010/main"/>
              </a:ext>
            </a:extLst>
          </a:blip>
          <a:stretch>
            <a:fillRect/>
          </a:stretch>
        </p:blipFill>
        <p:spPr>
          <a:xfrm>
            <a:off x="0" y="6382661"/>
            <a:ext cx="12192000" cy="475339"/>
          </a:xfrm>
          <a:prstGeom prst="rect">
            <a:avLst/>
          </a:prstGeom>
        </p:spPr>
      </p:pic>
      <p:sp>
        <p:nvSpPr>
          <p:cNvPr id="10" name="TextBox 9">
            <a:extLst>
              <a:ext uri="{FF2B5EF4-FFF2-40B4-BE49-F238E27FC236}">
                <a16:creationId xmlns:a16="http://schemas.microsoft.com/office/drawing/2014/main" id="{6A33969A-6A15-4BF0-ACB1-BADC14D0E1E8}"/>
              </a:ext>
            </a:extLst>
          </p:cNvPr>
          <p:cNvSpPr txBox="1"/>
          <p:nvPr userDrawn="1"/>
        </p:nvSpPr>
        <p:spPr>
          <a:xfrm>
            <a:off x="378909" y="6527541"/>
            <a:ext cx="5537704" cy="1692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a:effectLst/>
                <a:latin typeface="Tahoma" panose="020B0604030504040204" pitchFamily="34" charset="0"/>
              </a:rPr>
              <a:t>​</a:t>
            </a:r>
          </a:p>
        </p:txBody>
      </p:sp>
      <p:sp>
        <p:nvSpPr>
          <p:cNvPr id="11" name="Slide Number Placeholder 5">
            <a:extLst>
              <a:ext uri="{FF2B5EF4-FFF2-40B4-BE49-F238E27FC236}">
                <a16:creationId xmlns:a16="http://schemas.microsoft.com/office/drawing/2014/main" id="{363B95B6-7D3A-4287-BF15-06FBC71D319A}"/>
              </a:ext>
            </a:extLst>
          </p:cNvPr>
          <p:cNvSpPr txBox="1">
            <a:spLocks/>
          </p:cNvSpPr>
          <p:nvPr userDrawn="1"/>
        </p:nvSpPr>
        <p:spPr>
          <a:xfrm>
            <a:off x="9569264" y="6255205"/>
            <a:ext cx="2743200" cy="365125"/>
          </a:xfrm>
          <a:prstGeom prst="rect">
            <a:avLst/>
          </a:prstGeom>
        </p:spPr>
        <p:txBody>
          <a:bodyPr/>
          <a:lstStyle>
            <a:defPPr>
              <a:defRPr lang="en-US"/>
            </a:defPPr>
            <a:lvl1pPr marL="0" algn="ctr" defTabSz="914400" rtl="0" eaLnBrk="1" latinLnBrk="0" hangingPunct="1">
              <a:defRPr sz="1200" kern="1200">
                <a:solidFill>
                  <a:srgbClr val="234C5A"/>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E9AA0B3-1231-0F4A-B722-E9200FF4BE8C}" type="slidenum">
              <a:rPr lang="en-US" sz="1400" smtClean="0">
                <a:solidFill>
                  <a:schemeClr val="tx1"/>
                </a:solidFill>
                <a:latin typeface="Tahoma" panose="020B0604030504040204" pitchFamily="34" charset="0"/>
                <a:cs typeface="Tahoma" panose="020B0604030504040204" pitchFamily="34" charset="0"/>
                <a:sym typeface="Arial" panose="020B0604020202020204" pitchFamily="34" charset="0"/>
              </a:rPr>
              <a:pPr/>
              <a:t>‹#›</a:t>
            </a:fld>
            <a:endParaRPr lang="en-US" sz="1400">
              <a:solidFill>
                <a:schemeClr val="tx1"/>
              </a:solidFill>
              <a:latin typeface="Tahoma" panose="020B0604030504040204" pitchFamily="34" charset="0"/>
              <a:cs typeface="Tahoma" panose="020B0604030504040204" pitchFamily="34" charset="0"/>
              <a:sym typeface="Arial" panose="020B0604020202020204" pitchFamily="34" charset="0"/>
            </a:endParaRPr>
          </a:p>
        </p:txBody>
      </p:sp>
      <p:pic>
        <p:nvPicPr>
          <p:cNvPr id="4" name="Picture 3">
            <a:extLst>
              <a:ext uri="{FF2B5EF4-FFF2-40B4-BE49-F238E27FC236}">
                <a16:creationId xmlns:a16="http://schemas.microsoft.com/office/drawing/2014/main" id="{89EEDF83-266E-BCA7-FFDB-5CCBA80F94DF}"/>
              </a:ext>
            </a:extLst>
          </p:cNvPr>
          <p:cNvPicPr>
            <a:picLocks noChangeAspect="1"/>
          </p:cNvPicPr>
          <p:nvPr userDrawn="1"/>
        </p:nvPicPr>
        <p:blipFill>
          <a:blip r:embed="rId11"/>
          <a:stretch>
            <a:fillRect/>
          </a:stretch>
        </p:blipFill>
        <p:spPr>
          <a:xfrm>
            <a:off x="11294279" y="43269"/>
            <a:ext cx="897721" cy="528658"/>
          </a:xfrm>
          <a:prstGeom prst="rect">
            <a:avLst/>
          </a:prstGeom>
        </p:spPr>
      </p:pic>
      <p:sp>
        <p:nvSpPr>
          <p:cNvPr id="5" name="TextBox 4">
            <a:extLst>
              <a:ext uri="{FF2B5EF4-FFF2-40B4-BE49-F238E27FC236}">
                <a16:creationId xmlns:a16="http://schemas.microsoft.com/office/drawing/2014/main" id="{32DAE627-75AA-5D1E-DEDC-3E184910B6AD}"/>
              </a:ext>
            </a:extLst>
          </p:cNvPr>
          <p:cNvSpPr txBox="1"/>
          <p:nvPr userDrawn="1">
            <p:extLst>
              <p:ext uri="{1162E1C5-73C7-4A58-AE30-91384D911F3F}">
                <p184:classification xmlns:p184="http://schemas.microsoft.com/office/powerpoint/2018/4/main" val="ftr"/>
              </p:ext>
            </p:extLst>
          </p:nvPr>
        </p:nvSpPr>
        <p:spPr>
          <a:xfrm>
            <a:off x="63500" y="6642100"/>
            <a:ext cx="338138" cy="152400"/>
          </a:xfrm>
          <a:prstGeom prst="rect">
            <a:avLst/>
          </a:prstGeom>
        </p:spPr>
        <p:txBody>
          <a:bodyPr horzOverflow="overflow" lIns="0" tIns="0" rIns="0" bIns="0">
            <a:spAutoFit/>
          </a:bodyPr>
          <a:lstStyle/>
          <a:p>
            <a:pPr algn="l"/>
            <a:r>
              <a:rPr lang="en-GB" sz="1000">
                <a:solidFill>
                  <a:srgbClr val="000000"/>
                </a:solidFill>
                <a:latin typeface="Calibri" panose="020F0502020204030204" pitchFamily="34" charset="0"/>
                <a:ea typeface="Calibri" panose="020F0502020204030204" pitchFamily="34" charset="0"/>
                <a:cs typeface="Calibri" panose="020F0502020204030204" pitchFamily="34" charset="0"/>
              </a:rPr>
              <a:t>Public</a:t>
            </a:r>
          </a:p>
        </p:txBody>
      </p:sp>
      <p:pic>
        <p:nvPicPr>
          <p:cNvPr id="3" name="Picture 2" descr="شعار وزارة الداخلية Download png">
            <a:extLst>
              <a:ext uri="{FF2B5EF4-FFF2-40B4-BE49-F238E27FC236}">
                <a16:creationId xmlns:a16="http://schemas.microsoft.com/office/drawing/2014/main" id="{18ACC741-0DFC-005E-0373-AA416F920C5A}"/>
              </a:ext>
            </a:extLst>
          </p:cNvPr>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0" y="28105"/>
            <a:ext cx="1087644" cy="108764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9852E4D-A9ED-254A-8E0D-654FDF0CCCBF}"/>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006364" y="99978"/>
            <a:ext cx="914400" cy="943897"/>
          </a:xfrm>
          <a:prstGeom prst="rect">
            <a:avLst/>
          </a:prstGeom>
        </p:spPr>
      </p:pic>
    </p:spTree>
    <p:extLst>
      <p:ext uri="{BB962C8B-B14F-4D97-AF65-F5344CB8AC3E}">
        <p14:creationId xmlns:p14="http://schemas.microsoft.com/office/powerpoint/2010/main" val="2000435844"/>
      </p:ext>
    </p:extLst>
  </p:cSld>
  <p:clrMap bg1="lt1" tx1="dk1" bg2="lt2" tx2="dk2" accent1="accent1" accent2="accent2" accent3="accent3" accent4="accent4" accent5="accent5" accent6="accent6" hlink="hlink" folHlink="folHlink"/>
  <p:sldLayoutIdLst>
    <p:sldLayoutId id="2147483661" r:id="rId1"/>
    <p:sldLayoutId id="2147483671" r:id="rId2"/>
    <p:sldLayoutId id="2147483672" r:id="rId3"/>
    <p:sldLayoutId id="2147483675" r:id="rId4"/>
    <p:sldLayoutId id="2147483676"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F89B21F-58CF-E43E-841C-645924A4F01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r="347"/>
          <a:stretch/>
        </p:blipFill>
        <p:spPr>
          <a:xfrm>
            <a:off x="0" y="1666240"/>
            <a:ext cx="12192000" cy="5191760"/>
          </a:xfrm>
          <a:prstGeom prst="rect">
            <a:avLst/>
          </a:prstGeom>
        </p:spPr>
      </p:pic>
      <p:sp>
        <p:nvSpPr>
          <p:cNvPr id="3" name="Rectangle 2">
            <a:extLst>
              <a:ext uri="{FF2B5EF4-FFF2-40B4-BE49-F238E27FC236}">
                <a16:creationId xmlns:a16="http://schemas.microsoft.com/office/drawing/2014/main" id="{72515478-7985-C190-0C70-737378A43964}"/>
              </a:ext>
            </a:extLst>
          </p:cNvPr>
          <p:cNvSpPr/>
          <p:nvPr userDrawn="1"/>
        </p:nvSpPr>
        <p:spPr>
          <a:xfrm>
            <a:off x="426720" y="5501640"/>
            <a:ext cx="3063240" cy="1099950"/>
          </a:xfrm>
          <a:prstGeom prst="rect">
            <a:avLst/>
          </a:prstGeom>
          <a:solidFill>
            <a:srgbClr val="2750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A74C89C-9201-D2BA-FA63-48C8F48D9BED}"/>
              </a:ext>
            </a:extLst>
          </p:cNvPr>
          <p:cNvSpPr txBox="1"/>
          <p:nvPr userDrawn="1">
            <p:extLst>
              <p:ext uri="{1162E1C5-73C7-4A58-AE30-91384D911F3F}">
                <p184:classification xmlns:p184="http://schemas.microsoft.com/office/powerpoint/2018/4/main" val="ftr"/>
              </p:ext>
            </p:extLst>
          </p:nvPr>
        </p:nvSpPr>
        <p:spPr>
          <a:xfrm>
            <a:off x="63500" y="6642100"/>
            <a:ext cx="338138" cy="152400"/>
          </a:xfrm>
          <a:prstGeom prst="rect">
            <a:avLst/>
          </a:prstGeom>
        </p:spPr>
        <p:txBody>
          <a:bodyPr horzOverflow="overflow" lIns="0" tIns="0" rIns="0" bIns="0">
            <a:spAutoFit/>
          </a:bodyPr>
          <a:lstStyle/>
          <a:p>
            <a:pPr algn="l"/>
            <a:r>
              <a:rPr lang="en-GB" sz="1000">
                <a:solidFill>
                  <a:srgbClr val="000000"/>
                </a:solidFill>
                <a:latin typeface="Calibri" panose="020F0502020204030204" pitchFamily="34" charset="0"/>
                <a:ea typeface="Calibri" panose="020F0502020204030204" pitchFamily="34" charset="0"/>
                <a:cs typeface="Calibri" panose="020F0502020204030204" pitchFamily="34" charset="0"/>
              </a:rPr>
              <a:t>Public</a:t>
            </a:r>
          </a:p>
        </p:txBody>
      </p:sp>
      <p:pic>
        <p:nvPicPr>
          <p:cNvPr id="4" name="Picture 2" descr="شعار وزارة الداخلية Download png">
            <a:extLst>
              <a:ext uri="{FF2B5EF4-FFF2-40B4-BE49-F238E27FC236}">
                <a16:creationId xmlns:a16="http://schemas.microsoft.com/office/drawing/2014/main" id="{04495994-4552-EC12-9B70-CC2C5D9579CD}"/>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1828800" cy="18288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C58CA422-9A86-0F9B-7CCC-5C6EF066C27A}"/>
              </a:ext>
            </a:extLst>
          </p:cNvPr>
          <p:cNvPicPr>
            <a:picLocks noChangeAspect="1"/>
          </p:cNvPicPr>
          <p:nvPr userDrawn="1"/>
        </p:nvPicPr>
        <p:blipFill>
          <a:blip r:embed="rId5"/>
          <a:stretch>
            <a:fillRect/>
          </a:stretch>
        </p:blipFill>
        <p:spPr>
          <a:xfrm>
            <a:off x="10232842" y="375921"/>
            <a:ext cx="1828800" cy="1076959"/>
          </a:xfrm>
          <a:prstGeom prst="rect">
            <a:avLst/>
          </a:prstGeom>
        </p:spPr>
      </p:pic>
      <p:pic>
        <p:nvPicPr>
          <p:cNvPr id="7" name="Picture 6">
            <a:extLst>
              <a:ext uri="{FF2B5EF4-FFF2-40B4-BE49-F238E27FC236}">
                <a16:creationId xmlns:a16="http://schemas.microsoft.com/office/drawing/2014/main" id="{43275E84-2A4E-209D-4F15-72222D12C083}"/>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828800" y="112087"/>
            <a:ext cx="1505900" cy="1554480"/>
          </a:xfrm>
          <a:prstGeom prst="rect">
            <a:avLst/>
          </a:prstGeom>
        </p:spPr>
      </p:pic>
    </p:spTree>
    <p:extLst>
      <p:ext uri="{BB962C8B-B14F-4D97-AF65-F5344CB8AC3E}">
        <p14:creationId xmlns:p14="http://schemas.microsoft.com/office/powerpoint/2010/main" val="1539410756"/>
      </p:ext>
    </p:extLst>
  </p:cSld>
  <p:clrMap bg1="lt1" tx1="dk1" bg2="lt2" tx2="dk2" accent1="accent1" accent2="accent2" accent3="accent3" accent4="accent4" accent5="accent5" accent6="accent6" hlink="hlink" folHlink="folHlink"/>
  <p:sldLayoutIdLst>
    <p:sldLayoutId id="214748367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p15:clr>
            <a:srgbClr val="F26B43"/>
          </p15:clr>
        </p15:guide>
        <p15:guide id="3" pos="384">
          <p15:clr>
            <a:srgbClr val="F26B43"/>
          </p15:clr>
        </p15:guide>
        <p15:guide id="4" pos="7296">
          <p15:clr>
            <a:srgbClr val="F26B43"/>
          </p15:clr>
        </p15:guide>
        <p15:guide id="5" pos="3768">
          <p15:clr>
            <a:srgbClr val="F26B43"/>
          </p15:clr>
        </p15:guide>
        <p15:guide id="6" pos="3840">
          <p15:clr>
            <a:srgbClr val="F26B43"/>
          </p15:clr>
        </p15:guide>
        <p15:guide id="7" pos="3912">
          <p15:clr>
            <a:srgbClr val="F26B43"/>
          </p15:clr>
        </p15:guide>
        <p15:guide id="8" orient="horz" pos="2160">
          <p15:clr>
            <a:srgbClr val="F26B43"/>
          </p15:clr>
        </p15:guide>
        <p15:guide id="9" orient="horz" pos="2232">
          <p15:clr>
            <a:srgbClr val="F26B43"/>
          </p15:clr>
        </p15:guide>
        <p15:guide id="10" orient="horz" pos="2088">
          <p15:clr>
            <a:srgbClr val="F26B43"/>
          </p15:clr>
        </p15:guide>
        <p15:guide id="11"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086A8-2B44-AEED-A2B8-E6ABDF990463}"/>
              </a:ext>
            </a:extLst>
          </p:cNvPr>
          <p:cNvSpPr>
            <a:spLocks noGrp="1"/>
          </p:cNvSpPr>
          <p:nvPr>
            <p:ph type="ctrTitle"/>
          </p:nvPr>
        </p:nvSpPr>
        <p:spPr>
          <a:xfrm>
            <a:off x="6241312" y="2473204"/>
            <a:ext cx="5512538" cy="1186794"/>
          </a:xfrm>
        </p:spPr>
        <p:txBody>
          <a:bodyPr/>
          <a:lstStyle/>
          <a:p>
            <a:pPr algn="r"/>
            <a:r>
              <a:rPr lang="ar-JO" sz="2700" dirty="0">
                <a:latin typeface="Tajawal" panose="00000500000000000000" pitchFamily="2" charset="-78"/>
                <a:cs typeface="Tajawal" panose="00000500000000000000" pitchFamily="2" charset="-78"/>
              </a:rPr>
              <a:t>مشروع اتمتة إجراءات نزلاء السجون</a:t>
            </a:r>
            <a:endParaRPr lang="en-US" sz="2700" dirty="0">
              <a:latin typeface="Tajawal" panose="00000500000000000000" pitchFamily="2" charset="-78"/>
              <a:cs typeface="Tajawal" panose="00000500000000000000" pitchFamily="2" charset="-78"/>
            </a:endParaRPr>
          </a:p>
        </p:txBody>
      </p:sp>
      <p:sp>
        <p:nvSpPr>
          <p:cNvPr id="3" name="Title 1">
            <a:extLst>
              <a:ext uri="{FF2B5EF4-FFF2-40B4-BE49-F238E27FC236}">
                <a16:creationId xmlns:a16="http://schemas.microsoft.com/office/drawing/2014/main" id="{54B56323-B77C-A57D-06C1-45C22FF0B38C}"/>
              </a:ext>
            </a:extLst>
          </p:cNvPr>
          <p:cNvSpPr txBox="1">
            <a:spLocks/>
          </p:cNvSpPr>
          <p:nvPr/>
        </p:nvSpPr>
        <p:spPr>
          <a:xfrm>
            <a:off x="304237" y="5040086"/>
            <a:ext cx="7624483" cy="562895"/>
          </a:xfrm>
          <a:prstGeom prst="rect">
            <a:avLst/>
          </a:prstGeom>
        </p:spPr>
        <p:txBody>
          <a:bodyPr lIns="0" tIns="0" rIns="0" bIns="0" anchor="b"/>
          <a:lstStyle>
            <a:lvl1pPr algn="l" defTabSz="914400" rtl="0" eaLnBrk="1" latinLnBrk="0" hangingPunct="1">
              <a:lnSpc>
                <a:spcPct val="90000"/>
              </a:lnSpc>
              <a:spcBef>
                <a:spcPct val="0"/>
              </a:spcBef>
              <a:buNone/>
              <a:defRPr sz="5500" b="1" kern="1200">
                <a:solidFill>
                  <a:schemeClr val="bg1"/>
                </a:solidFill>
                <a:latin typeface="Tahoma" panose="020B0604030504040204" pitchFamily="34" charset="0"/>
                <a:ea typeface="+mj-ea"/>
                <a:cs typeface="+mj-cs"/>
              </a:defRPr>
            </a:lvl1pPr>
          </a:lstStyle>
          <a:p>
            <a:r>
              <a:rPr lang="en-US" sz="4500"/>
              <a:t> </a:t>
            </a:r>
            <a:r>
              <a:rPr lang="en-US"/>
              <a:t> </a:t>
            </a:r>
            <a:br>
              <a:rPr lang="en-US"/>
            </a:br>
            <a:br>
              <a:rPr lang="en-US" sz="2700"/>
            </a:br>
            <a:endParaRPr lang="en-US" sz="2700"/>
          </a:p>
        </p:txBody>
      </p:sp>
      <p:sp>
        <p:nvSpPr>
          <p:cNvPr id="4" name="TextBox 3">
            <a:extLst>
              <a:ext uri="{FF2B5EF4-FFF2-40B4-BE49-F238E27FC236}">
                <a16:creationId xmlns:a16="http://schemas.microsoft.com/office/drawing/2014/main" id="{BA79F6D3-8195-0D0E-6BF8-B156228576D7}"/>
              </a:ext>
            </a:extLst>
          </p:cNvPr>
          <p:cNvSpPr txBox="1"/>
          <p:nvPr/>
        </p:nvSpPr>
        <p:spPr>
          <a:xfrm>
            <a:off x="9019309" y="3864178"/>
            <a:ext cx="2734541" cy="400110"/>
          </a:xfrm>
          <a:prstGeom prst="rect">
            <a:avLst/>
          </a:prstGeom>
          <a:noFill/>
        </p:spPr>
        <p:txBody>
          <a:bodyPr wrap="square" rtlCol="0">
            <a:spAutoFit/>
          </a:bodyPr>
          <a:lstStyle/>
          <a:p>
            <a:pPr algn="r"/>
            <a:r>
              <a:rPr lang="ar-SA" sz="2000" b="1" dirty="0">
                <a:solidFill>
                  <a:schemeClr val="bg1"/>
                </a:solidFill>
                <a:latin typeface="Tajawal" panose="00000500000000000000" pitchFamily="2" charset="-78"/>
                <a:ea typeface="+mj-ea"/>
                <a:cs typeface="Tajawal" panose="00000500000000000000" pitchFamily="2" charset="-78"/>
              </a:rPr>
              <a:t> </a:t>
            </a:r>
            <a:r>
              <a:rPr lang="ar-LB" sz="2000" b="1" dirty="0">
                <a:solidFill>
                  <a:schemeClr val="bg1"/>
                </a:solidFill>
                <a:latin typeface="Tajawal" panose="00000500000000000000" pitchFamily="2" charset="-78"/>
                <a:ea typeface="+mj-ea"/>
                <a:cs typeface="Tajawal" panose="00000500000000000000" pitchFamily="2" charset="-78"/>
              </a:rPr>
              <a:t> 17 فبراير</a:t>
            </a:r>
            <a:r>
              <a:rPr lang="ar-SA" sz="2000" b="1" dirty="0">
                <a:solidFill>
                  <a:schemeClr val="bg1"/>
                </a:solidFill>
                <a:latin typeface="Tajawal" panose="00000500000000000000" pitchFamily="2" charset="-78"/>
                <a:ea typeface="+mj-ea"/>
                <a:cs typeface="Tajawal" panose="00000500000000000000" pitchFamily="2" charset="-78"/>
              </a:rPr>
              <a:t> 202</a:t>
            </a:r>
            <a:r>
              <a:rPr lang="ar-LB" sz="2000" b="1" dirty="0">
                <a:solidFill>
                  <a:schemeClr val="bg1"/>
                </a:solidFill>
                <a:latin typeface="Tajawal" panose="00000500000000000000" pitchFamily="2" charset="-78"/>
                <a:ea typeface="+mj-ea"/>
                <a:cs typeface="Tajawal" panose="00000500000000000000" pitchFamily="2" charset="-78"/>
              </a:rPr>
              <a:t>6</a:t>
            </a:r>
            <a:endParaRPr lang="en-GB" sz="2000" b="1" dirty="0">
              <a:solidFill>
                <a:schemeClr val="bg1"/>
              </a:solidFill>
              <a:latin typeface="Tajawal" panose="00000500000000000000" pitchFamily="2" charset="-78"/>
              <a:ea typeface="+mj-ea"/>
              <a:cs typeface="Tajawal" panose="00000500000000000000" pitchFamily="2" charset="-78"/>
            </a:endParaRPr>
          </a:p>
        </p:txBody>
      </p:sp>
    </p:spTree>
    <p:extLst>
      <p:ext uri="{BB962C8B-B14F-4D97-AF65-F5344CB8AC3E}">
        <p14:creationId xmlns:p14="http://schemas.microsoft.com/office/powerpoint/2010/main" val="750487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08ECF-F67C-1B2C-C7F6-6F71CE55E7A0}"/>
              </a:ext>
            </a:extLst>
          </p:cNvPr>
          <p:cNvSpPr>
            <a:spLocks noGrp="1"/>
          </p:cNvSpPr>
          <p:nvPr>
            <p:ph type="title" idx="4294967295"/>
          </p:nvPr>
        </p:nvSpPr>
        <p:spPr>
          <a:xfrm>
            <a:off x="4839380" y="352455"/>
            <a:ext cx="3305160" cy="370559"/>
          </a:xfrm>
          <a:prstGeom prst="rect">
            <a:avLst/>
          </a:prstGeom>
          <a:solidFill>
            <a:schemeClr val="bg1"/>
          </a:solidFill>
        </p:spPr>
        <p:txBody>
          <a:bodyPr/>
          <a:lstStyle/>
          <a:p>
            <a:r>
              <a:rPr lang="ar-JO" sz="3200" dirty="0">
                <a:solidFill>
                  <a:srgbClr val="234C5A"/>
                </a:solidFill>
                <a:latin typeface="Tajawal" panose="00000500000000000000" pitchFamily="2" charset="-78"/>
                <a:cs typeface="Tajawal" panose="00000500000000000000" pitchFamily="2" charset="-78"/>
              </a:rPr>
              <a:t>جدول </a:t>
            </a:r>
            <a:r>
              <a:rPr lang="ar-SA" sz="3200" dirty="0">
                <a:solidFill>
                  <a:srgbClr val="234C5A"/>
                </a:solidFill>
                <a:latin typeface="Tajawal" panose="00000500000000000000" pitchFamily="2" charset="-78"/>
                <a:cs typeface="Tajawal" panose="00000500000000000000" pitchFamily="2" charset="-78"/>
              </a:rPr>
              <a:t>الأعمال</a:t>
            </a:r>
            <a:r>
              <a:rPr lang="ar-JO" sz="3200" dirty="0">
                <a:solidFill>
                  <a:srgbClr val="234C5A"/>
                </a:solidFill>
                <a:latin typeface="Tajawal" panose="00000500000000000000" pitchFamily="2" charset="-78"/>
                <a:cs typeface="Tajawal" panose="00000500000000000000" pitchFamily="2" charset="-78"/>
              </a:rPr>
              <a:t> </a:t>
            </a:r>
            <a:endParaRPr lang="en-US" sz="3200" dirty="0">
              <a:solidFill>
                <a:srgbClr val="234C5A"/>
              </a:solidFill>
              <a:latin typeface="Tajawal" panose="00000500000000000000" pitchFamily="2" charset="-78"/>
              <a:cs typeface="Tajawal" panose="00000500000000000000" pitchFamily="2" charset="-78"/>
            </a:endParaRPr>
          </a:p>
        </p:txBody>
      </p:sp>
      <p:sp>
        <p:nvSpPr>
          <p:cNvPr id="11" name="Rectangle: Rounded Corners 10">
            <a:extLst>
              <a:ext uri="{FF2B5EF4-FFF2-40B4-BE49-F238E27FC236}">
                <a16:creationId xmlns:a16="http://schemas.microsoft.com/office/drawing/2014/main" id="{BEF44A6B-5AA3-91FD-BCA5-8E199A939898}"/>
              </a:ext>
            </a:extLst>
          </p:cNvPr>
          <p:cNvSpPr/>
          <p:nvPr/>
        </p:nvSpPr>
        <p:spPr>
          <a:xfrm>
            <a:off x="3111071" y="1875738"/>
            <a:ext cx="5739533" cy="5732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JO" dirty="0">
                <a:latin typeface="Tajawal" panose="00000500000000000000" pitchFamily="2" charset="-78"/>
                <a:ea typeface="Tahoma" panose="020B0604030504040204" pitchFamily="34" charset="0"/>
                <a:cs typeface="Tajawal" panose="00000500000000000000" pitchFamily="2" charset="-78"/>
              </a:rPr>
              <a:t>01 </a:t>
            </a:r>
            <a:r>
              <a:rPr lang="ar-SA" dirty="0">
                <a:latin typeface="Tajawal" panose="00000500000000000000" pitchFamily="2" charset="-78"/>
                <a:ea typeface="Tahoma" panose="020B0604030504040204" pitchFamily="34" charset="0"/>
                <a:cs typeface="Tajawal" panose="00000500000000000000" pitchFamily="2" charset="-78"/>
              </a:rPr>
              <a:t>ملخص تنفيذي</a:t>
            </a:r>
            <a:r>
              <a:rPr lang="ar-JO" dirty="0">
                <a:latin typeface="Tajawal" panose="00000500000000000000" pitchFamily="2" charset="-78"/>
                <a:ea typeface="Tahoma" panose="020B0604030504040204" pitchFamily="34" charset="0"/>
                <a:cs typeface="Tajawal" panose="00000500000000000000" pitchFamily="2" charset="-78"/>
              </a:rPr>
              <a:t> </a:t>
            </a:r>
            <a:endParaRPr lang="en-US" dirty="0">
              <a:latin typeface="Tajawal" panose="00000500000000000000" pitchFamily="2" charset="-78"/>
              <a:ea typeface="Tahoma" panose="020B0604030504040204" pitchFamily="34" charset="0"/>
              <a:cs typeface="Tajawal" panose="00000500000000000000" pitchFamily="2" charset="-78"/>
            </a:endParaRPr>
          </a:p>
        </p:txBody>
      </p:sp>
      <p:sp>
        <p:nvSpPr>
          <p:cNvPr id="13" name="Rectangle: Rounded Corners 12">
            <a:extLst>
              <a:ext uri="{FF2B5EF4-FFF2-40B4-BE49-F238E27FC236}">
                <a16:creationId xmlns:a16="http://schemas.microsoft.com/office/drawing/2014/main" id="{39852178-F566-4D37-EA4C-01703987E823}"/>
              </a:ext>
            </a:extLst>
          </p:cNvPr>
          <p:cNvSpPr/>
          <p:nvPr/>
        </p:nvSpPr>
        <p:spPr>
          <a:xfrm>
            <a:off x="3111071" y="2565029"/>
            <a:ext cx="5739533" cy="5732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JO" dirty="0">
                <a:latin typeface="Tajawal" panose="00000500000000000000" pitchFamily="2" charset="-78"/>
                <a:ea typeface="Tahoma" panose="020B0604030504040204" pitchFamily="34" charset="0"/>
                <a:cs typeface="Tajawal" panose="00000500000000000000" pitchFamily="2" charset="-78"/>
              </a:rPr>
              <a:t>02 </a:t>
            </a:r>
            <a:r>
              <a:rPr lang="ar-SA" dirty="0">
                <a:latin typeface="Tajawal" panose="00000500000000000000" pitchFamily="2" charset="-78"/>
                <a:ea typeface="Tahoma" panose="020B0604030504040204" pitchFamily="34" charset="0"/>
                <a:cs typeface="Tajawal" panose="00000500000000000000" pitchFamily="2" charset="-78"/>
              </a:rPr>
              <a:t>خط سير المشروع والمهام </a:t>
            </a:r>
            <a:endParaRPr lang="en-US" dirty="0">
              <a:latin typeface="Tajawal" panose="00000500000000000000" pitchFamily="2" charset="-78"/>
              <a:ea typeface="Tahoma" panose="020B0604030504040204" pitchFamily="34" charset="0"/>
              <a:cs typeface="Tajawal" panose="00000500000000000000" pitchFamily="2" charset="-78"/>
            </a:endParaRPr>
          </a:p>
        </p:txBody>
      </p:sp>
      <p:sp>
        <p:nvSpPr>
          <p:cNvPr id="14" name="Rectangle: Rounded Corners 13">
            <a:extLst>
              <a:ext uri="{FF2B5EF4-FFF2-40B4-BE49-F238E27FC236}">
                <a16:creationId xmlns:a16="http://schemas.microsoft.com/office/drawing/2014/main" id="{3F3EBA84-8653-5EA6-22A5-1D211D2130A5}"/>
              </a:ext>
            </a:extLst>
          </p:cNvPr>
          <p:cNvSpPr/>
          <p:nvPr/>
        </p:nvSpPr>
        <p:spPr>
          <a:xfrm>
            <a:off x="3111071" y="3254320"/>
            <a:ext cx="5739533" cy="5732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JO">
                <a:latin typeface="Tajawal" panose="00000500000000000000" pitchFamily="2" charset="-78"/>
                <a:ea typeface="Tahoma" panose="020B0604030504040204" pitchFamily="34" charset="0"/>
                <a:cs typeface="Tajawal" panose="00000500000000000000" pitchFamily="2" charset="-78"/>
              </a:rPr>
              <a:t>03 المخاطر و </a:t>
            </a:r>
            <a:r>
              <a:rPr lang="ar-SA">
                <a:latin typeface="Tajawal" panose="00000500000000000000" pitchFamily="2" charset="-78"/>
                <a:ea typeface="Tahoma" panose="020B0604030504040204" pitchFamily="34" charset="0"/>
                <a:cs typeface="Tajawal" panose="00000500000000000000" pitchFamily="2" charset="-78"/>
              </a:rPr>
              <a:t>التحديات</a:t>
            </a:r>
            <a:endParaRPr lang="en-US">
              <a:latin typeface="Tajawal" panose="00000500000000000000" pitchFamily="2" charset="-78"/>
              <a:ea typeface="Tahoma" panose="020B0604030504040204" pitchFamily="34" charset="0"/>
              <a:cs typeface="Tajawal" panose="00000500000000000000" pitchFamily="2" charset="-78"/>
            </a:endParaRPr>
          </a:p>
        </p:txBody>
      </p:sp>
    </p:spTree>
    <p:extLst>
      <p:ext uri="{BB962C8B-B14F-4D97-AF65-F5344CB8AC3E}">
        <p14:creationId xmlns:p14="http://schemas.microsoft.com/office/powerpoint/2010/main" val="114149999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8057DFA-E24E-A6D6-7201-8D379142558E}"/>
              </a:ext>
            </a:extLst>
          </p:cNvPr>
          <p:cNvSpPr>
            <a:spLocks noGrp="1"/>
          </p:cNvSpPr>
          <p:nvPr>
            <p:ph type="body" sz="quarter" idx="11"/>
          </p:nvPr>
        </p:nvSpPr>
        <p:spPr>
          <a:xfrm>
            <a:off x="4826000" y="1745572"/>
            <a:ext cx="6756400" cy="1683428"/>
          </a:xfrm>
        </p:spPr>
        <p:txBody>
          <a:bodyPr/>
          <a:lstStyle/>
          <a:p>
            <a:pPr algn="r"/>
            <a:endParaRPr lang="en-GB">
              <a:solidFill>
                <a:schemeClr val="bg1"/>
              </a:solidFill>
              <a:latin typeface="+mj-lt"/>
            </a:endParaRPr>
          </a:p>
          <a:p>
            <a:pPr algn="r"/>
            <a:r>
              <a:rPr lang="ar-JO">
                <a:solidFill>
                  <a:schemeClr val="bg1"/>
                </a:solidFill>
                <a:latin typeface="+mj-lt"/>
              </a:rPr>
              <a:t>ملخص تنفيذي</a:t>
            </a:r>
            <a:endParaRPr lang="en-US">
              <a:solidFill>
                <a:schemeClr val="bg1"/>
              </a:solidFill>
              <a:latin typeface="+mj-lt"/>
            </a:endParaRPr>
          </a:p>
          <a:p>
            <a:pPr algn="r"/>
            <a:endParaRPr lang="en-US">
              <a:solidFill>
                <a:schemeClr val="bg1"/>
              </a:solidFill>
              <a:latin typeface="+mj-lt"/>
            </a:endParaRPr>
          </a:p>
        </p:txBody>
      </p:sp>
      <p:sp>
        <p:nvSpPr>
          <p:cNvPr id="3" name="TextBox 2">
            <a:extLst>
              <a:ext uri="{FF2B5EF4-FFF2-40B4-BE49-F238E27FC236}">
                <a16:creationId xmlns:a16="http://schemas.microsoft.com/office/drawing/2014/main" id="{019BEA1B-B78C-C9F9-AA99-F34AF33F7C2D}"/>
              </a:ext>
            </a:extLst>
          </p:cNvPr>
          <p:cNvSpPr txBox="1"/>
          <p:nvPr/>
        </p:nvSpPr>
        <p:spPr>
          <a:xfrm>
            <a:off x="609600" y="4000143"/>
            <a:ext cx="2268570" cy="240065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DIN Next LT Arabic"/>
                <a:ea typeface="+mn-ea"/>
                <a:cs typeface="ntaqat"/>
              </a:rPr>
              <a:t>01</a:t>
            </a:r>
          </a:p>
        </p:txBody>
      </p:sp>
    </p:spTree>
    <p:extLst>
      <p:ext uri="{BB962C8B-B14F-4D97-AF65-F5344CB8AC3E}">
        <p14:creationId xmlns:p14="http://schemas.microsoft.com/office/powerpoint/2010/main" val="2064328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1">
            <a:extLst>
              <a:ext uri="{FF2B5EF4-FFF2-40B4-BE49-F238E27FC236}">
                <a16:creationId xmlns:a16="http://schemas.microsoft.com/office/drawing/2014/main" id="{0D3F8654-9C8D-A8C7-3435-C869C55BB093}"/>
              </a:ext>
            </a:extLst>
          </p:cNvPr>
          <p:cNvSpPr txBox="1">
            <a:spLocks/>
          </p:cNvSpPr>
          <p:nvPr/>
        </p:nvSpPr>
        <p:spPr>
          <a:xfrm>
            <a:off x="4476894" y="470647"/>
            <a:ext cx="3931947" cy="418264"/>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ar-SA" b="1" dirty="0">
                <a:latin typeface="Tajawal" panose="00000500000000000000" pitchFamily="2" charset="-78"/>
                <a:cs typeface="Tajawal" panose="00000500000000000000" pitchFamily="2" charset="-78"/>
              </a:rPr>
              <a:t>ملخص تنفيذي</a:t>
            </a:r>
            <a:endParaRPr lang="en-US" b="1" dirty="0">
              <a:latin typeface="Tajawal" panose="00000500000000000000" pitchFamily="2" charset="-78"/>
              <a:cs typeface="Tajawal" panose="00000500000000000000" pitchFamily="2" charset="-78"/>
            </a:endParaRPr>
          </a:p>
        </p:txBody>
      </p:sp>
      <p:grpSp>
        <p:nvGrpSpPr>
          <p:cNvPr id="36" name="Group 35">
            <a:extLst>
              <a:ext uri="{FF2B5EF4-FFF2-40B4-BE49-F238E27FC236}">
                <a16:creationId xmlns:a16="http://schemas.microsoft.com/office/drawing/2014/main" id="{33BB0C99-6FAA-A109-B1D4-65B88FF85DAE}"/>
              </a:ext>
            </a:extLst>
          </p:cNvPr>
          <p:cNvGrpSpPr/>
          <p:nvPr/>
        </p:nvGrpSpPr>
        <p:grpSpPr>
          <a:xfrm>
            <a:off x="5341730" y="1156283"/>
            <a:ext cx="4309429" cy="4644420"/>
            <a:chOff x="5861005" y="-842013"/>
            <a:chExt cx="4728552" cy="5222106"/>
          </a:xfrm>
        </p:grpSpPr>
        <p:sp>
          <p:nvSpPr>
            <p:cNvPr id="37" name="Rectangle 36">
              <a:extLst>
                <a:ext uri="{FF2B5EF4-FFF2-40B4-BE49-F238E27FC236}">
                  <a16:creationId xmlns:a16="http://schemas.microsoft.com/office/drawing/2014/main" id="{321FC9E7-36AA-E418-9658-F84FBC2E9058}"/>
                </a:ext>
              </a:extLst>
            </p:cNvPr>
            <p:cNvSpPr/>
            <p:nvPr/>
          </p:nvSpPr>
          <p:spPr>
            <a:xfrm>
              <a:off x="5861005" y="-383936"/>
              <a:ext cx="4728552" cy="4764029"/>
            </a:xfrm>
            <a:prstGeom prst="rect">
              <a:avLst/>
            </a:prstGeom>
            <a:solidFill>
              <a:srgbClr val="FFFFFF">
                <a:lumMod val="95000"/>
              </a:srgbClr>
            </a:solidFill>
            <a:ln w="9525" cap="flat" cmpd="sng" algn="ctr">
              <a:noFill/>
              <a:prstDash val="solid"/>
            </a:ln>
            <a:effectLst/>
          </p:spPr>
          <p:txBody>
            <a:bodyPr lIns="91440" tIns="45720" rIns="91440" bIns="45720" rtlCol="0" anchor="t" anchorCtr="0"/>
            <a:lstStyle/>
            <a:p>
              <a:pPr marL="342900" marR="228600" indent="-342900" algn="r" rtl="1">
                <a:spcBef>
                  <a:spcPts val="500"/>
                </a:spcBef>
                <a:spcAft>
                  <a:spcPts val="500"/>
                </a:spcAft>
                <a:buClr>
                  <a:srgbClr val="D7AD3A"/>
                </a:buClr>
                <a:buFont typeface="Symbol" panose="05050102010706020507" pitchFamily="18" charset="2"/>
                <a:buChar char=""/>
              </a:pPr>
              <a:endParaRPr lang="ar-LB" sz="1000" b="1" kern="100" dirty="0">
                <a:solidFill>
                  <a:srgbClr val="2D2D0E"/>
                </a:solidFill>
                <a:cs typeface="Tajawal" panose="00000500000000000000"/>
              </a:endParaRPr>
            </a:p>
            <a:p>
              <a:pPr marL="342900" marR="228600" indent="-342900" algn="r" rtl="1">
                <a:spcBef>
                  <a:spcPts val="500"/>
                </a:spcBef>
                <a:spcAft>
                  <a:spcPts val="500"/>
                </a:spcAft>
                <a:buClr>
                  <a:srgbClr val="D7AD3A"/>
                </a:buClr>
                <a:buFont typeface="Symbol" panose="05050102010706020507" pitchFamily="18" charset="2"/>
                <a:buChar char=""/>
              </a:pPr>
              <a:r>
                <a:rPr lang="ar-LB" sz="1000" b="1" kern="100" dirty="0">
                  <a:solidFill>
                    <a:srgbClr val="2D2D0E"/>
                  </a:solidFill>
                  <a:cs typeface="Tajawal" panose="00000500000000000000"/>
                </a:rPr>
                <a:t>عقد أجتماع مع فريق المديرية </a:t>
              </a:r>
              <a:r>
                <a:rPr lang="ar-SA" sz="1000" b="1" kern="100" dirty="0">
                  <a:solidFill>
                    <a:srgbClr val="2D2D0E"/>
                  </a:solidFill>
                  <a:cs typeface="Tajawal" panose="00000500000000000000"/>
                </a:rPr>
                <a:t>و الأتفاق على البدء بتنفيذ</a:t>
              </a:r>
              <a:r>
                <a:rPr lang="ar-LB" sz="1000" b="1" kern="100" dirty="0">
                  <a:solidFill>
                    <a:srgbClr val="2D2D0E"/>
                  </a:solidFill>
                  <a:cs typeface="Tajawal" panose="00000500000000000000"/>
                </a:rPr>
                <a:t> خدمات</a:t>
              </a:r>
              <a:r>
                <a:rPr lang="ar-SA" sz="1000" b="1" kern="100" dirty="0">
                  <a:solidFill>
                    <a:srgbClr val="2D2D0E"/>
                  </a:solidFill>
                  <a:cs typeface="Tajawal" panose="00000500000000000000"/>
                </a:rPr>
                <a:t> نطاق </a:t>
              </a:r>
              <a:r>
                <a:rPr lang="en-US" sz="1000" b="1" kern="100" dirty="0">
                  <a:solidFill>
                    <a:srgbClr val="2D2D0E"/>
                  </a:solidFill>
                  <a:cs typeface="Tajawal" panose="00000500000000000000"/>
                </a:rPr>
                <a:t>MVP ، </a:t>
              </a:r>
              <a:r>
                <a:rPr lang="ar-SA" sz="1000" b="1" kern="100" dirty="0">
                  <a:solidFill>
                    <a:srgbClr val="2D2D0E"/>
                  </a:solidFill>
                  <a:cs typeface="Tajawal" panose="00000500000000000000"/>
                </a:rPr>
                <a:t>الشكاوي وال</a:t>
              </a:r>
              <a:r>
                <a:rPr lang="ar-LB" sz="1000" b="1" kern="100" dirty="0">
                  <a:solidFill>
                    <a:srgbClr val="2D2D0E"/>
                  </a:solidFill>
                  <a:cs typeface="Tajawal" panose="00000500000000000000"/>
                </a:rPr>
                <a:t>أ</a:t>
              </a:r>
              <a:r>
                <a:rPr lang="ar-SA" sz="1000" b="1" kern="100" dirty="0">
                  <a:solidFill>
                    <a:srgbClr val="2D2D0E"/>
                  </a:solidFill>
                  <a:cs typeface="Tajawal" panose="00000500000000000000"/>
                </a:rPr>
                <a:t>قتراحات</a:t>
              </a:r>
              <a:r>
                <a:rPr lang="ar-LB" sz="1000" b="1" kern="100" dirty="0">
                  <a:solidFill>
                    <a:srgbClr val="2D2D0E"/>
                  </a:solidFill>
                  <a:cs typeface="Tajawal" panose="00000500000000000000"/>
                </a:rPr>
                <a:t> ،</a:t>
              </a:r>
              <a:r>
                <a:rPr lang="ar-SA" sz="1000" b="1" kern="100" dirty="0">
                  <a:solidFill>
                    <a:srgbClr val="2D2D0E"/>
                  </a:solidFill>
                  <a:cs typeface="Tajawal" panose="00000500000000000000"/>
                </a:rPr>
                <a:t>النقل </a:t>
              </a:r>
              <a:r>
                <a:rPr lang="ar-LB" sz="1000" b="1" kern="100" dirty="0">
                  <a:solidFill>
                    <a:srgbClr val="2D2D0E"/>
                  </a:solidFill>
                  <a:cs typeface="Tajawal" panose="00000500000000000000"/>
                </a:rPr>
                <a:t>و</a:t>
              </a:r>
              <a:r>
                <a:rPr lang="ar-SA" sz="1000" b="1" kern="100" dirty="0">
                  <a:solidFill>
                    <a:srgbClr val="2D2D0E"/>
                  </a:solidFill>
                  <a:cs typeface="Tajawal" panose="00000500000000000000"/>
                </a:rPr>
                <a:t> طلب الخروج</a:t>
              </a:r>
              <a:r>
                <a:rPr lang="ar-LB" sz="1000" b="1" kern="100" dirty="0">
                  <a:solidFill>
                    <a:srgbClr val="2D2D0E"/>
                  </a:solidFill>
                  <a:cs typeface="Tajawal" panose="00000500000000000000"/>
                </a:rPr>
                <a:t> المعتمدة</a:t>
              </a:r>
            </a:p>
            <a:p>
              <a:pPr marL="342900" marR="228600" indent="-342900" algn="r" rtl="1">
                <a:spcBef>
                  <a:spcPts val="500"/>
                </a:spcBef>
                <a:spcAft>
                  <a:spcPts val="500"/>
                </a:spcAft>
                <a:buClr>
                  <a:srgbClr val="D7AD3A"/>
                </a:buClr>
                <a:buFont typeface="Symbol" panose="05050102010706020507" pitchFamily="18" charset="2"/>
                <a:buChar char=""/>
              </a:pPr>
              <a:r>
                <a:rPr lang="ar-LB" sz="1000" b="1" kern="100" dirty="0">
                  <a:solidFill>
                    <a:srgbClr val="2D2D0E"/>
                  </a:solidFill>
                  <a:cs typeface="Tajawal" panose="00000500000000000000"/>
                </a:rPr>
                <a:t>أستكمال العمل بأعداد وثيقة متطلبات الأعمال التفصيلية (</a:t>
              </a:r>
              <a:r>
                <a:rPr lang="en-US" sz="1000" b="1" kern="100" dirty="0">
                  <a:solidFill>
                    <a:srgbClr val="2D2D0E"/>
                  </a:solidFill>
                  <a:cs typeface="Tajawal" panose="00000500000000000000"/>
                </a:rPr>
                <a:t>SRS</a:t>
              </a:r>
              <a:r>
                <a:rPr lang="ar-LB" sz="1000" b="1" kern="100" dirty="0">
                  <a:solidFill>
                    <a:srgbClr val="2D2D0E"/>
                  </a:solidFill>
                  <a:cs typeface="Tajawal" panose="00000500000000000000"/>
                </a:rPr>
                <a:t>)</a:t>
              </a:r>
              <a:r>
                <a:rPr lang="en-US" sz="1000" b="1" kern="100" dirty="0">
                  <a:solidFill>
                    <a:srgbClr val="2D2D0E"/>
                  </a:solidFill>
                  <a:cs typeface="Tajawal" panose="00000500000000000000"/>
                </a:rPr>
                <a:t> </a:t>
              </a:r>
              <a:r>
                <a:rPr lang="ar-LB" sz="1000" b="1" kern="100" dirty="0">
                  <a:solidFill>
                    <a:srgbClr val="2D2D0E"/>
                  </a:solidFill>
                  <a:cs typeface="Tajawal" panose="00000500000000000000"/>
                </a:rPr>
                <a:t> لخدمة النقل والخروج للضرورة </a:t>
              </a:r>
            </a:p>
            <a:p>
              <a:pPr marL="342900" marR="228600" indent="-342900" algn="r" rtl="1">
                <a:spcBef>
                  <a:spcPts val="500"/>
                </a:spcBef>
                <a:spcAft>
                  <a:spcPts val="500"/>
                </a:spcAft>
                <a:buClr>
                  <a:srgbClr val="D7AD3A"/>
                </a:buClr>
                <a:buFont typeface="Symbol" panose="05050102010706020507" pitchFamily="18" charset="2"/>
                <a:buChar char=""/>
              </a:pPr>
              <a:r>
                <a:rPr lang="ar-LB" sz="1000" b="1" kern="100" dirty="0">
                  <a:solidFill>
                    <a:srgbClr val="2D2D0E"/>
                  </a:solidFill>
                  <a:cs typeface="Tajawal" panose="00000500000000000000"/>
                </a:rPr>
                <a:t>البدء بتصميم واجهات النظام لخدمة الشكاوي والأقتراحات</a:t>
              </a:r>
            </a:p>
            <a:p>
              <a:pPr marL="342900" marR="228600" indent="-342900" algn="r" rtl="1">
                <a:spcBef>
                  <a:spcPts val="500"/>
                </a:spcBef>
                <a:spcAft>
                  <a:spcPts val="500"/>
                </a:spcAft>
                <a:buClr>
                  <a:srgbClr val="D7AD3A"/>
                </a:buClr>
                <a:buFont typeface="Symbol" panose="05050102010706020507" pitchFamily="18" charset="2"/>
                <a:buChar char=""/>
              </a:pPr>
              <a:endParaRPr lang="ar-LB" sz="1000" b="1" kern="100" dirty="0">
                <a:solidFill>
                  <a:srgbClr val="2D2D0E"/>
                </a:solidFill>
                <a:cs typeface="Tajawal" panose="00000500000000000000"/>
              </a:endParaRPr>
            </a:p>
          </p:txBody>
        </p:sp>
        <p:sp>
          <p:nvSpPr>
            <p:cNvPr id="38" name="Rectangle 37">
              <a:extLst>
                <a:ext uri="{FF2B5EF4-FFF2-40B4-BE49-F238E27FC236}">
                  <a16:creationId xmlns:a16="http://schemas.microsoft.com/office/drawing/2014/main" id="{A36FB2B6-5F36-E703-4CB9-9765537734B8}"/>
                </a:ext>
              </a:extLst>
            </p:cNvPr>
            <p:cNvSpPr/>
            <p:nvPr/>
          </p:nvSpPr>
          <p:spPr>
            <a:xfrm>
              <a:off x="5862541" y="-842013"/>
              <a:ext cx="4727014" cy="458078"/>
            </a:xfrm>
            <a:prstGeom prst="rect">
              <a:avLst/>
            </a:prstGeom>
            <a:solidFill>
              <a:srgbClr val="234C5A"/>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400" b="1" kern="0" dirty="0">
                  <a:solidFill>
                    <a:srgbClr val="FFFFFF"/>
                  </a:solidFill>
                  <a:latin typeface="Tajawal" panose="00000500000000000000" pitchFamily="2" charset="-78"/>
                  <a:cs typeface="Tajawal" panose="00000500000000000000" pitchFamily="2" charset="-78"/>
                </a:rPr>
                <a:t>ما تم إنجازه في </a:t>
              </a:r>
              <a:r>
                <a:rPr kumimoji="0" lang="ar-JO" sz="1400" b="1" i="0" u="none" strike="noStrike" kern="0" cap="none" spc="0" normalizeH="0" baseline="0" noProof="0" dirty="0">
                  <a:ln>
                    <a:noFill/>
                  </a:ln>
                  <a:solidFill>
                    <a:srgbClr val="FFFFFF"/>
                  </a:solidFill>
                  <a:effectLst/>
                  <a:uLnTx/>
                  <a:uFillTx/>
                  <a:latin typeface="Tajawal" panose="00000500000000000000" pitchFamily="2" charset="-78"/>
                  <a:cs typeface="Tajawal" panose="00000500000000000000" pitchFamily="2" charset="-78"/>
                </a:rPr>
                <a:t>الفترة </a:t>
              </a:r>
              <a:r>
                <a:rPr kumimoji="0" lang="ar-SA" sz="1400" b="1" i="0" u="none" strike="noStrike" kern="0" cap="none" spc="0" normalizeH="0" baseline="0" noProof="0" dirty="0">
                  <a:ln>
                    <a:noFill/>
                  </a:ln>
                  <a:solidFill>
                    <a:srgbClr val="FFFFFF"/>
                  </a:solidFill>
                  <a:effectLst/>
                  <a:uLnTx/>
                  <a:uFillTx/>
                  <a:latin typeface="Tajawal" panose="00000500000000000000" pitchFamily="2" charset="-78"/>
                  <a:cs typeface="Tajawal" panose="00000500000000000000" pitchFamily="2" charset="-78"/>
                </a:rPr>
                <a:t>السابقة (أسبوعي)</a:t>
              </a:r>
              <a:endParaRPr kumimoji="0" lang="en-GB" sz="1400" b="1" i="0" u="none" strike="noStrike" kern="0" cap="none" spc="0" normalizeH="0" baseline="0" noProof="0" dirty="0">
                <a:ln>
                  <a:noFill/>
                </a:ln>
                <a:solidFill>
                  <a:srgbClr val="FFFFFF"/>
                </a:solidFill>
                <a:effectLst/>
                <a:uLnTx/>
                <a:uFillTx/>
                <a:latin typeface="Tajawal" panose="00000500000000000000" pitchFamily="2" charset="-78"/>
                <a:cs typeface="Tajawal" panose="00000500000000000000" pitchFamily="2" charset="-78"/>
              </a:endParaRPr>
            </a:p>
          </p:txBody>
        </p:sp>
      </p:grpSp>
      <p:sp>
        <p:nvSpPr>
          <p:cNvPr id="46" name="Rectangle 42">
            <a:extLst>
              <a:ext uri="{FF2B5EF4-FFF2-40B4-BE49-F238E27FC236}">
                <a16:creationId xmlns:a16="http://schemas.microsoft.com/office/drawing/2014/main" id="{DD9AA7B4-45C2-C5E9-9648-098E19F8943B}"/>
              </a:ext>
            </a:extLst>
          </p:cNvPr>
          <p:cNvSpPr>
            <a:spLocks noChangeArrowheads="1"/>
          </p:cNvSpPr>
          <p:nvPr/>
        </p:nvSpPr>
        <p:spPr bwMode="auto">
          <a:xfrm>
            <a:off x="-1275604" y="1481861"/>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ajawal" panose="00000500000000000000" pitchFamily="2" charset="-78"/>
              <a:cs typeface="Tajawal" panose="00000500000000000000" pitchFamily="2" charset="-78"/>
            </a:endParaRPr>
          </a:p>
        </p:txBody>
      </p:sp>
      <p:sp>
        <p:nvSpPr>
          <p:cNvPr id="47" name="Rectangle 58">
            <a:extLst>
              <a:ext uri="{FF2B5EF4-FFF2-40B4-BE49-F238E27FC236}">
                <a16:creationId xmlns:a16="http://schemas.microsoft.com/office/drawing/2014/main" id="{5D7C67E5-7BD9-8D39-1A77-A02CDF1EF1AD}"/>
              </a:ext>
            </a:extLst>
          </p:cNvPr>
          <p:cNvSpPr>
            <a:spLocks noChangeArrowheads="1"/>
          </p:cNvSpPr>
          <p:nvPr/>
        </p:nvSpPr>
        <p:spPr bwMode="auto">
          <a:xfrm>
            <a:off x="0" y="285981"/>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ajawal" panose="00000500000000000000" pitchFamily="2" charset="-78"/>
              <a:cs typeface="Tajawal" panose="00000500000000000000" pitchFamily="2" charset="-78"/>
            </a:endParaRPr>
          </a:p>
        </p:txBody>
      </p:sp>
      <p:sp>
        <p:nvSpPr>
          <p:cNvPr id="30" name="Rectangle 42">
            <a:extLst>
              <a:ext uri="{FF2B5EF4-FFF2-40B4-BE49-F238E27FC236}">
                <a16:creationId xmlns:a16="http://schemas.microsoft.com/office/drawing/2014/main" id="{C7CE3F65-7856-4DFA-BEC1-EAF6C43BBCD2}"/>
              </a:ext>
            </a:extLst>
          </p:cNvPr>
          <p:cNvSpPr>
            <a:spLocks noChangeArrowheads="1"/>
          </p:cNvSpPr>
          <p:nvPr/>
        </p:nvSpPr>
        <p:spPr bwMode="auto">
          <a:xfrm>
            <a:off x="-1275604" y="289380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ajawal" panose="00000500000000000000" pitchFamily="2" charset="-78"/>
              <a:cs typeface="Tajawal" panose="00000500000000000000" pitchFamily="2" charset="-78"/>
            </a:endParaRPr>
          </a:p>
        </p:txBody>
      </p:sp>
      <p:grpSp>
        <p:nvGrpSpPr>
          <p:cNvPr id="9" name="Group 8">
            <a:extLst>
              <a:ext uri="{FF2B5EF4-FFF2-40B4-BE49-F238E27FC236}">
                <a16:creationId xmlns:a16="http://schemas.microsoft.com/office/drawing/2014/main" id="{8B40C875-914A-26C5-57A0-AD643C3DCF2D}"/>
              </a:ext>
            </a:extLst>
          </p:cNvPr>
          <p:cNvGrpSpPr/>
          <p:nvPr/>
        </p:nvGrpSpPr>
        <p:grpSpPr>
          <a:xfrm>
            <a:off x="9965093" y="1563686"/>
            <a:ext cx="1458454" cy="3901884"/>
            <a:chOff x="286625" y="1589661"/>
            <a:chExt cx="1869421" cy="3901884"/>
          </a:xfrm>
        </p:grpSpPr>
        <p:sp>
          <p:nvSpPr>
            <p:cNvPr id="32" name="Rectangle 31">
              <a:extLst>
                <a:ext uri="{FF2B5EF4-FFF2-40B4-BE49-F238E27FC236}">
                  <a16:creationId xmlns:a16="http://schemas.microsoft.com/office/drawing/2014/main" id="{C86E3688-BE1C-4FE5-A185-647B0BEBB56E}"/>
                </a:ext>
              </a:extLst>
            </p:cNvPr>
            <p:cNvSpPr/>
            <p:nvPr/>
          </p:nvSpPr>
          <p:spPr bwMode="auto">
            <a:xfrm>
              <a:off x="655481" y="5320288"/>
              <a:ext cx="1386691" cy="171257"/>
            </a:xfrm>
            <a:prstGeom prst="rect">
              <a:avLst/>
            </a:prstGeom>
            <a:solidFill>
              <a:srgbClr val="F04C3E"/>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eaLnBrk="0" fontAlgn="base" hangingPunct="0">
                <a:spcBef>
                  <a:spcPct val="0"/>
                </a:spcBef>
                <a:spcAft>
                  <a:spcPct val="0"/>
                </a:spcAft>
                <a:buClr>
                  <a:srgbClr val="000000"/>
                </a:buClr>
                <a:buFont typeface="Wingdings" pitchFamily="2" charset="2"/>
                <a:buNone/>
              </a:pPr>
              <a:r>
                <a:rPr lang="en-US" sz="1200" dirty="0">
                  <a:solidFill>
                    <a:srgbClr val="000000"/>
                  </a:solidFill>
                  <a:latin typeface="Tajawal" panose="00000500000000000000" pitchFamily="2" charset="-78"/>
                  <a:cs typeface="Tajawal" panose="00000500000000000000" pitchFamily="2" charset="-78"/>
                </a:rPr>
                <a:t>20%</a:t>
              </a:r>
              <a:endParaRPr lang="en-GB" sz="1200" dirty="0">
                <a:solidFill>
                  <a:srgbClr val="000000"/>
                </a:solidFill>
                <a:latin typeface="Tajawal" panose="00000500000000000000" pitchFamily="2" charset="-78"/>
                <a:cs typeface="Tajawal" panose="00000500000000000000" pitchFamily="2" charset="-78"/>
              </a:endParaRPr>
            </a:p>
          </p:txBody>
        </p:sp>
        <p:sp>
          <p:nvSpPr>
            <p:cNvPr id="41" name="Rectangle 40">
              <a:extLst>
                <a:ext uri="{FF2B5EF4-FFF2-40B4-BE49-F238E27FC236}">
                  <a16:creationId xmlns:a16="http://schemas.microsoft.com/office/drawing/2014/main" id="{0549CCBC-6E74-45BD-AFD6-72452F374588}"/>
                </a:ext>
              </a:extLst>
            </p:cNvPr>
            <p:cNvSpPr/>
            <p:nvPr/>
          </p:nvSpPr>
          <p:spPr bwMode="auto">
            <a:xfrm>
              <a:off x="655481" y="5136765"/>
              <a:ext cx="1386692" cy="183523"/>
            </a:xfrm>
            <a:prstGeom prst="rect">
              <a:avLst/>
            </a:prstGeom>
            <a:solidFill>
              <a:srgbClr val="E3E7E9"/>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r>
                <a:rPr lang="ar-SA" sz="1200" b="1" dirty="0">
                  <a:latin typeface="Tajawal" panose="00000500000000000000" pitchFamily="2" charset="-78"/>
                  <a:cs typeface="Tajawal" panose="00000500000000000000" pitchFamily="2" charset="-78"/>
                </a:rPr>
                <a:t>مؤشر التباين</a:t>
              </a:r>
              <a:endParaRPr lang="en-GB" sz="1200" b="1" dirty="0">
                <a:latin typeface="Tajawal" panose="00000500000000000000" pitchFamily="2" charset="-78"/>
                <a:cs typeface="Tajawal" panose="00000500000000000000" pitchFamily="2" charset="-78"/>
              </a:endParaRPr>
            </a:p>
          </p:txBody>
        </p:sp>
        <p:grpSp>
          <p:nvGrpSpPr>
            <p:cNvPr id="48" name="Group 47">
              <a:extLst>
                <a:ext uri="{FF2B5EF4-FFF2-40B4-BE49-F238E27FC236}">
                  <a16:creationId xmlns:a16="http://schemas.microsoft.com/office/drawing/2014/main" id="{DA139573-5691-4981-9A95-BB22FB9D0CC9}"/>
                </a:ext>
              </a:extLst>
            </p:cNvPr>
            <p:cNvGrpSpPr/>
            <p:nvPr/>
          </p:nvGrpSpPr>
          <p:grpSpPr>
            <a:xfrm>
              <a:off x="286625" y="1589661"/>
              <a:ext cx="1869421" cy="1659784"/>
              <a:chOff x="7676423" y="2736728"/>
              <a:chExt cx="1555615" cy="1511379"/>
            </a:xfrm>
          </p:grpSpPr>
          <p:graphicFrame>
            <p:nvGraphicFramePr>
              <p:cNvPr id="51" name="Chart 50">
                <a:extLst>
                  <a:ext uri="{FF2B5EF4-FFF2-40B4-BE49-F238E27FC236}">
                    <a16:creationId xmlns:a16="http://schemas.microsoft.com/office/drawing/2014/main" id="{78C88690-D3DE-4FDE-9DFC-8BA374DA0666}"/>
                  </a:ext>
                </a:extLst>
              </p:cNvPr>
              <p:cNvGraphicFramePr/>
              <p:nvPr>
                <p:extLst>
                  <p:ext uri="{D42A27DB-BD31-4B8C-83A1-F6EECF244321}">
                    <p14:modId xmlns:p14="http://schemas.microsoft.com/office/powerpoint/2010/main" val="4258702359"/>
                  </p:ext>
                </p:extLst>
              </p:nvPr>
            </p:nvGraphicFramePr>
            <p:xfrm>
              <a:off x="7676423" y="2736728"/>
              <a:ext cx="1555615" cy="1057877"/>
            </p:xfrm>
            <a:graphic>
              <a:graphicData uri="http://schemas.openxmlformats.org/drawingml/2006/chart">
                <c:chart xmlns:c="http://schemas.openxmlformats.org/drawingml/2006/chart" xmlns:r="http://schemas.openxmlformats.org/officeDocument/2006/relationships" r:id="rId3"/>
              </a:graphicData>
            </a:graphic>
          </p:graphicFrame>
          <p:sp>
            <p:nvSpPr>
              <p:cNvPr id="52" name="TextBox 51">
                <a:extLst>
                  <a:ext uri="{FF2B5EF4-FFF2-40B4-BE49-F238E27FC236}">
                    <a16:creationId xmlns:a16="http://schemas.microsoft.com/office/drawing/2014/main" id="{C525061E-1361-4E65-BF1F-A59DC5BE400A}"/>
                  </a:ext>
                </a:extLst>
              </p:cNvPr>
              <p:cNvSpPr txBox="1"/>
              <p:nvPr/>
            </p:nvSpPr>
            <p:spPr>
              <a:xfrm>
                <a:off x="7787793" y="3827721"/>
                <a:ext cx="1420443" cy="4203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1200" b="1" dirty="0">
                    <a:solidFill>
                      <a:prstClr val="black"/>
                    </a:solidFill>
                    <a:latin typeface="Tajawal" panose="00000500000000000000" pitchFamily="2" charset="-78"/>
                    <a:cs typeface="Tajawal" panose="00000500000000000000" pitchFamily="2" charset="-78"/>
                  </a:rPr>
                  <a:t>نسبة الإنجاز الفعلية</a:t>
                </a:r>
                <a:endParaRPr kumimoji="0" lang="en-US" sz="1200" b="1" i="0" u="none" strike="noStrike" kern="1200" cap="none" spc="0" normalizeH="0" baseline="0" noProof="0" dirty="0">
                  <a:ln>
                    <a:noFill/>
                  </a:ln>
                  <a:solidFill>
                    <a:prstClr val="black"/>
                  </a:solidFill>
                  <a:effectLst/>
                  <a:uLnTx/>
                  <a:uFillTx/>
                  <a:latin typeface="Tajawal" panose="00000500000000000000" pitchFamily="2" charset="-78"/>
                  <a:cs typeface="Tajawal" panose="00000500000000000000" pitchFamily="2" charset="-78"/>
                </a:endParaRPr>
              </a:p>
            </p:txBody>
          </p:sp>
        </p:grpSp>
        <p:sp>
          <p:nvSpPr>
            <p:cNvPr id="5" name="TextBox 4">
              <a:extLst>
                <a:ext uri="{FF2B5EF4-FFF2-40B4-BE49-F238E27FC236}">
                  <a16:creationId xmlns:a16="http://schemas.microsoft.com/office/drawing/2014/main" id="{3A2294F1-E943-A107-233F-BF03F7FD2964}"/>
                </a:ext>
              </a:extLst>
            </p:cNvPr>
            <p:cNvSpPr txBox="1"/>
            <p:nvPr/>
          </p:nvSpPr>
          <p:spPr>
            <a:xfrm>
              <a:off x="449039" y="4534621"/>
              <a:ext cx="1706979"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1100" b="1" dirty="0">
                  <a:solidFill>
                    <a:prstClr val="black"/>
                  </a:solidFill>
                  <a:latin typeface="Tajawal" panose="00000500000000000000" pitchFamily="2" charset="-78"/>
                  <a:cs typeface="Tajawal" panose="00000500000000000000" pitchFamily="2" charset="-78"/>
                </a:rPr>
                <a:t>نسبة الإنجاز المخططة</a:t>
              </a:r>
              <a:endParaRPr kumimoji="0" lang="en-US" sz="1100" b="1" i="0" u="none" strike="noStrike" kern="1200" cap="none" spc="0" normalizeH="0" baseline="0" noProof="0" dirty="0">
                <a:ln>
                  <a:noFill/>
                </a:ln>
                <a:solidFill>
                  <a:prstClr val="black"/>
                </a:solidFill>
                <a:effectLst/>
                <a:uLnTx/>
                <a:uFillTx/>
                <a:latin typeface="Tajawal" panose="00000500000000000000" pitchFamily="2" charset="-78"/>
                <a:cs typeface="Tajawal" panose="00000500000000000000" pitchFamily="2" charset="-78"/>
              </a:endParaRPr>
            </a:p>
          </p:txBody>
        </p:sp>
      </p:grpSp>
      <p:grpSp>
        <p:nvGrpSpPr>
          <p:cNvPr id="11" name="Group 10">
            <a:extLst>
              <a:ext uri="{FF2B5EF4-FFF2-40B4-BE49-F238E27FC236}">
                <a16:creationId xmlns:a16="http://schemas.microsoft.com/office/drawing/2014/main" id="{6AADA46A-75F8-4B0E-3D69-58D835D79E55}"/>
              </a:ext>
            </a:extLst>
          </p:cNvPr>
          <p:cNvGrpSpPr/>
          <p:nvPr/>
        </p:nvGrpSpPr>
        <p:grpSpPr>
          <a:xfrm>
            <a:off x="267297" y="1156281"/>
            <a:ext cx="4865257" cy="4633938"/>
            <a:chOff x="5874891" y="-487617"/>
            <a:chExt cx="4764954" cy="4050438"/>
          </a:xfrm>
        </p:grpSpPr>
        <p:sp>
          <p:nvSpPr>
            <p:cNvPr id="12" name="Rectangle 11">
              <a:extLst>
                <a:ext uri="{FF2B5EF4-FFF2-40B4-BE49-F238E27FC236}">
                  <a16:creationId xmlns:a16="http://schemas.microsoft.com/office/drawing/2014/main" id="{D5EA350C-508C-44B9-6DE8-8884650C1A05}"/>
                </a:ext>
              </a:extLst>
            </p:cNvPr>
            <p:cNvSpPr/>
            <p:nvPr/>
          </p:nvSpPr>
          <p:spPr>
            <a:xfrm>
              <a:off x="5874891" y="-142049"/>
              <a:ext cx="4728551" cy="3704870"/>
            </a:xfrm>
            <a:prstGeom prst="rect">
              <a:avLst/>
            </a:prstGeom>
            <a:solidFill>
              <a:srgbClr val="FFFFFF">
                <a:lumMod val="95000"/>
              </a:srgbClr>
            </a:solidFill>
            <a:ln w="9525" cap="flat" cmpd="sng" algn="ctr">
              <a:noFill/>
              <a:prstDash val="solid"/>
            </a:ln>
            <a:effectLst/>
          </p:spPr>
          <p:txBody>
            <a:bodyPr lIns="91440" tIns="45720" rIns="91440" bIns="45720" rtlCol="0" anchor="ctr" anchorCtr="0"/>
            <a:lstStyle/>
            <a:p>
              <a:pPr marL="342900" marR="228600" indent="-342900" algn="r" rtl="1">
                <a:spcBef>
                  <a:spcPts val="500"/>
                </a:spcBef>
                <a:spcAft>
                  <a:spcPts val="500"/>
                </a:spcAft>
                <a:buClr>
                  <a:srgbClr val="D7AD3A"/>
                </a:buClr>
                <a:buFont typeface="Symbol" panose="05050102010706020507" pitchFamily="18" charset="2"/>
                <a:buChar char=""/>
              </a:pPr>
              <a:r>
                <a:rPr lang="ar-LB" sz="1000" b="1" kern="100" dirty="0">
                  <a:solidFill>
                    <a:srgbClr val="2D2D0E"/>
                  </a:solidFill>
                  <a:cs typeface="Tajawal" panose="00000500000000000000"/>
                </a:rPr>
                <a:t>أستكمال جمع المتطلبات الغير الوظيفية لخدمات نطاق المشروع</a:t>
              </a:r>
              <a:endParaRPr lang="en-US" sz="1000" b="1" kern="100" dirty="0">
                <a:solidFill>
                  <a:srgbClr val="2D2D0E"/>
                </a:solidFill>
                <a:cs typeface="Tajawal" panose="00000500000000000000"/>
              </a:endParaRPr>
            </a:p>
            <a:p>
              <a:pPr marL="342900" marR="228600" indent="-342900" algn="r" rtl="1">
                <a:spcBef>
                  <a:spcPts val="500"/>
                </a:spcBef>
                <a:spcAft>
                  <a:spcPts val="500"/>
                </a:spcAft>
                <a:buClr>
                  <a:srgbClr val="D7AD3A"/>
                </a:buClr>
                <a:buFont typeface="Symbol" panose="05050102010706020507" pitchFamily="18" charset="2"/>
                <a:buChar char=""/>
              </a:pPr>
              <a:r>
                <a:rPr lang="ar-SA" sz="1000" b="1" kern="100" dirty="0">
                  <a:solidFill>
                    <a:srgbClr val="2D2D0E"/>
                  </a:solidFill>
                  <a:cs typeface="Tajawal" panose="00000500000000000000"/>
                </a:rPr>
                <a:t>عقد اجتماع مع إدارة التأهيل والإصلاح لاستكمال متطلبات وتحليل الخدمات المتبقية </a:t>
              </a:r>
              <a:endParaRPr lang="ar-LB" sz="1000" b="1" kern="100" dirty="0">
                <a:solidFill>
                  <a:srgbClr val="2D2D0E"/>
                </a:solidFill>
                <a:cs typeface="Tajawal" panose="00000500000000000000"/>
              </a:endParaRPr>
            </a:p>
            <a:p>
              <a:pPr marL="342900" marR="228600" indent="-342900" algn="r" rtl="1">
                <a:spcBef>
                  <a:spcPts val="500"/>
                </a:spcBef>
                <a:spcAft>
                  <a:spcPts val="500"/>
                </a:spcAft>
                <a:buClr>
                  <a:srgbClr val="D7AD3A"/>
                </a:buClr>
                <a:buFont typeface="Symbol" panose="05050102010706020507" pitchFamily="18" charset="2"/>
                <a:buChar char=""/>
              </a:pPr>
              <a:r>
                <a:rPr lang="ar-LB" sz="1000" b="1" kern="100" dirty="0">
                  <a:solidFill>
                    <a:srgbClr val="2D2D0E"/>
                  </a:solidFill>
                  <a:cs typeface="Tajawal" panose="00000500000000000000"/>
                </a:rPr>
                <a:t>مشاركة </a:t>
              </a:r>
              <a:r>
                <a:rPr lang="ar-SA" sz="1000" b="1" kern="100" dirty="0">
                  <a:solidFill>
                    <a:srgbClr val="2D2D0E"/>
                  </a:solidFill>
                  <a:cs typeface="Tajawal" panose="00000500000000000000"/>
                </a:rPr>
                <a:t>آلية الربط مع البصمة المعمول بها حاليًا </a:t>
              </a:r>
              <a:r>
                <a:rPr lang="en-US" sz="1000" b="1" kern="100" dirty="0">
                  <a:solidFill>
                    <a:srgbClr val="2D2D0E"/>
                  </a:solidFill>
                  <a:cs typeface="Tajawal" panose="00000500000000000000"/>
                </a:rPr>
                <a:t>)</a:t>
              </a:r>
              <a:r>
                <a:rPr lang="ar-SA" sz="1000" b="1" kern="100" dirty="0">
                  <a:solidFill>
                    <a:srgbClr val="2D2D0E"/>
                  </a:solidFill>
                  <a:cs typeface="Tajawal" panose="00000500000000000000"/>
                </a:rPr>
                <a:t>آلية دخول النزيل</a:t>
              </a:r>
              <a:r>
                <a:rPr lang="en-US" sz="1000" b="1" kern="100" dirty="0">
                  <a:solidFill>
                    <a:srgbClr val="2D2D0E"/>
                  </a:solidFill>
                  <a:cs typeface="Tajawal" panose="00000500000000000000"/>
                </a:rPr>
                <a:t>(</a:t>
              </a:r>
              <a:endParaRPr lang="ar-LB" sz="1000" b="1" kern="100" dirty="0">
                <a:solidFill>
                  <a:srgbClr val="2D2D0E"/>
                </a:solidFill>
                <a:cs typeface="Tajawal" panose="00000500000000000000"/>
              </a:endParaRPr>
            </a:p>
            <a:p>
              <a:pPr marL="342900" marR="228600" indent="-342900" algn="r" rtl="1">
                <a:spcBef>
                  <a:spcPts val="500"/>
                </a:spcBef>
                <a:spcAft>
                  <a:spcPts val="500"/>
                </a:spcAft>
                <a:buClr>
                  <a:srgbClr val="D7AD3A"/>
                </a:buClr>
                <a:buFont typeface="Symbol" panose="05050102010706020507" pitchFamily="18" charset="2"/>
                <a:buChar char=""/>
              </a:pPr>
              <a:r>
                <a:rPr lang="ar-LB" sz="1000" b="1" kern="100" dirty="0">
                  <a:solidFill>
                    <a:srgbClr val="2D2D0E"/>
                  </a:solidFill>
                  <a:cs typeface="Tajawal" panose="00000500000000000000"/>
                </a:rPr>
                <a:t>أستكمال العمل على تحضير البيئات التطويريه  والتشغيلية </a:t>
              </a:r>
              <a:endParaRPr lang="en-US" sz="1000" b="1" kern="100" dirty="0">
                <a:solidFill>
                  <a:srgbClr val="2D2D0E"/>
                </a:solidFill>
                <a:cs typeface="Tajawal" panose="00000500000000000000"/>
              </a:endParaRPr>
            </a:p>
            <a:p>
              <a:pPr marL="342900" marR="228600" indent="-342900" algn="r" rtl="1">
                <a:spcBef>
                  <a:spcPts val="500"/>
                </a:spcBef>
                <a:spcAft>
                  <a:spcPts val="500"/>
                </a:spcAft>
                <a:buClr>
                  <a:srgbClr val="D7AD3A"/>
                </a:buClr>
                <a:buFont typeface="Symbol" panose="05050102010706020507" pitchFamily="18" charset="2"/>
                <a:buChar char=""/>
              </a:pPr>
              <a:r>
                <a:rPr lang="ar-LB" sz="1000" b="1" kern="100" dirty="0">
                  <a:solidFill>
                    <a:srgbClr val="2D2D0E"/>
                  </a:solidFill>
                  <a:cs typeface="Tajawal" panose="00000500000000000000"/>
                </a:rPr>
                <a:t>تزويد فريق العمل بملف </a:t>
              </a:r>
              <a:r>
                <a:rPr lang="en-US" sz="1000" b="1" kern="100" dirty="0">
                  <a:solidFill>
                    <a:srgbClr val="2D2D0E"/>
                  </a:solidFill>
                  <a:cs typeface="Tajawal" panose="00000500000000000000"/>
                </a:rPr>
                <a:t>Excel )</a:t>
              </a:r>
              <a:r>
                <a:rPr lang="ar-LB" sz="1000" b="1" kern="100" dirty="0">
                  <a:solidFill>
                    <a:srgbClr val="2D2D0E"/>
                  </a:solidFill>
                  <a:cs typeface="Tajawal" panose="00000500000000000000"/>
                </a:rPr>
                <a:t>) يحتوي على أسماء المراكز التأهيلية المعتمدة من الشؤون الفنية بالتنسيق مع إدارة التميز المؤسسي</a:t>
              </a:r>
            </a:p>
            <a:p>
              <a:pPr marL="342900" marR="228600" indent="-342900" algn="r" rtl="1">
                <a:spcBef>
                  <a:spcPts val="500"/>
                </a:spcBef>
                <a:spcAft>
                  <a:spcPts val="500"/>
                </a:spcAft>
                <a:buClr>
                  <a:srgbClr val="D7AD3A"/>
                </a:buClr>
                <a:buFont typeface="Symbol" panose="05050102010706020507" pitchFamily="18" charset="2"/>
                <a:buChar char=""/>
              </a:pPr>
              <a:r>
                <a:rPr lang="ar-SA" sz="1000" b="1" kern="100" dirty="0">
                  <a:solidFill>
                    <a:srgbClr val="2D2D0E"/>
                  </a:solidFill>
                  <a:cs typeface="Tajawal" panose="00000500000000000000"/>
                </a:rPr>
                <a:t>تأكيد اعتماد تطوير تطبيق جوال ضمن نطاق المشروع أو الاكتفاء بالبوابة المتجاوبه</a:t>
              </a:r>
              <a:endParaRPr lang="en-US" sz="1000" b="1" kern="100" dirty="0">
                <a:solidFill>
                  <a:srgbClr val="2D2D0E"/>
                </a:solidFill>
                <a:cs typeface="Tajawal" panose="00000500000000000000"/>
              </a:endParaRPr>
            </a:p>
            <a:p>
              <a:pPr marL="342900" marR="228600" indent="-342900" algn="r" rtl="1">
                <a:spcBef>
                  <a:spcPts val="500"/>
                </a:spcBef>
                <a:spcAft>
                  <a:spcPts val="500"/>
                </a:spcAft>
                <a:buClr>
                  <a:srgbClr val="D7AD3A"/>
                </a:buClr>
                <a:buFont typeface="Symbol" panose="05050102010706020507" pitchFamily="18" charset="2"/>
                <a:buChar char=""/>
              </a:pPr>
              <a:r>
                <a:rPr lang="ar-LB" sz="1000" b="1" kern="100" dirty="0">
                  <a:solidFill>
                    <a:srgbClr val="2D2D0E"/>
                  </a:solidFill>
                  <a:cs typeface="Tajawal" panose="00000500000000000000"/>
                </a:rPr>
                <a:t>تزويد الشركة بالنماذح والحقول الخاصه بالنزيل لخدمات التشغيل و إعلانات التشغيل والتعليم والتدريب، واعتمادها بعد المراجعة.</a:t>
              </a:r>
              <a:endParaRPr lang="en-US" sz="1000" b="1" kern="100" dirty="0">
                <a:solidFill>
                  <a:srgbClr val="2D2D0E"/>
                </a:solidFill>
                <a:cs typeface="Tajawal" panose="00000500000000000000"/>
              </a:endParaRPr>
            </a:p>
            <a:p>
              <a:pPr marL="342900" marR="228600" indent="-342900" algn="r" rtl="1">
                <a:spcBef>
                  <a:spcPts val="500"/>
                </a:spcBef>
                <a:spcAft>
                  <a:spcPts val="500"/>
                </a:spcAft>
                <a:buClr>
                  <a:srgbClr val="D7AD3A"/>
                </a:buClr>
                <a:buFont typeface="Symbol" panose="05050102010706020507" pitchFamily="18" charset="2"/>
                <a:buChar char=""/>
              </a:pPr>
              <a:r>
                <a:rPr lang="ar-SA" sz="1000" b="1" kern="100" dirty="0">
                  <a:solidFill>
                    <a:srgbClr val="2D2D0E"/>
                  </a:solidFill>
                  <a:cs typeface="Tajawal" panose="00000500000000000000"/>
                </a:rPr>
                <a:t>عقد اجتماع مع </a:t>
              </a:r>
              <a:r>
                <a:rPr lang="ar-LB" sz="1000" b="1" kern="100" dirty="0">
                  <a:solidFill>
                    <a:srgbClr val="2D2D0E"/>
                  </a:solidFill>
                  <a:cs typeface="Tajawal" panose="00000500000000000000"/>
                </a:rPr>
                <a:t>الأدارة</a:t>
              </a:r>
              <a:r>
                <a:rPr lang="ar-SA" sz="1000" b="1" kern="100" dirty="0">
                  <a:solidFill>
                    <a:srgbClr val="2D2D0E"/>
                  </a:solidFill>
                  <a:cs typeface="Tajawal" panose="00000500000000000000"/>
                </a:rPr>
                <a:t> المعنية لتأكيد جاهزية متطلبات خدم</a:t>
              </a:r>
              <a:r>
                <a:rPr lang="ar-LB" sz="1000" b="1" kern="100" dirty="0">
                  <a:solidFill>
                    <a:srgbClr val="2D2D0E"/>
                  </a:solidFill>
                  <a:cs typeface="Tajawal" panose="00000500000000000000"/>
                </a:rPr>
                <a:t>ة</a:t>
              </a:r>
              <a:r>
                <a:rPr lang="ar-SA" sz="1000" b="1" kern="100" dirty="0">
                  <a:solidFill>
                    <a:srgbClr val="2D2D0E"/>
                  </a:solidFill>
                  <a:cs typeface="Tajawal" panose="00000500000000000000"/>
                </a:rPr>
                <a:t> البيت العائلي </a:t>
              </a:r>
              <a:endParaRPr lang="ar-LB" sz="1000" b="1" kern="100" dirty="0">
                <a:solidFill>
                  <a:srgbClr val="2D2D0E"/>
                </a:solidFill>
                <a:cs typeface="Tajawal" panose="00000500000000000000"/>
              </a:endParaRPr>
            </a:p>
            <a:p>
              <a:pPr marL="342900" marR="228600" indent="-342900" algn="r" rtl="1">
                <a:spcBef>
                  <a:spcPts val="500"/>
                </a:spcBef>
                <a:spcAft>
                  <a:spcPts val="500"/>
                </a:spcAft>
                <a:buClr>
                  <a:srgbClr val="D7AD3A"/>
                </a:buClr>
                <a:buFont typeface="Symbol" panose="05050102010706020507" pitchFamily="18" charset="2"/>
                <a:buChar char=""/>
              </a:pPr>
              <a:r>
                <a:rPr lang="ar-SA" sz="1000" b="1" kern="100" dirty="0">
                  <a:solidFill>
                    <a:srgbClr val="2D2D0E"/>
                  </a:solidFill>
                  <a:cs typeface="Tajawal" panose="00000500000000000000"/>
                </a:rPr>
                <a:t>الحصول على قرار رسمي من المديرية بشأن إدراج أو استبعاد خدمة تسليم الأمانات من نطاق المشروع</a:t>
              </a:r>
              <a:r>
                <a:rPr lang="ar-LB" sz="1000" b="1" kern="100" dirty="0">
                  <a:solidFill>
                    <a:srgbClr val="2D2D0E"/>
                  </a:solidFill>
                  <a:cs typeface="Tajawal" panose="00000500000000000000"/>
                </a:rPr>
                <a:t> </a:t>
              </a:r>
              <a:r>
                <a:rPr lang="ar-SA" sz="1000" b="1" kern="100" dirty="0">
                  <a:solidFill>
                    <a:srgbClr val="2D2D0E"/>
                  </a:solidFill>
                  <a:cs typeface="Tajawal" panose="00000500000000000000"/>
                </a:rPr>
                <a:t>وفي حال اعتماد إدراجها</a:t>
              </a:r>
              <a:r>
                <a:rPr lang="ar-LB" sz="1000" b="1" kern="100" dirty="0">
                  <a:solidFill>
                    <a:srgbClr val="2D2D0E"/>
                  </a:solidFill>
                  <a:cs typeface="Tajawal" panose="00000500000000000000"/>
                </a:rPr>
                <a:t> </a:t>
              </a:r>
              <a:r>
                <a:rPr lang="ar-SA" sz="1000" b="1" kern="100" dirty="0">
                  <a:solidFill>
                    <a:srgbClr val="2D2D0E"/>
                  </a:solidFill>
                  <a:cs typeface="Tajawal" panose="00000500000000000000"/>
                </a:rPr>
                <a:t>تحديد واعتماد آلية عمل خدمة طلب تسليم الأمانات</a:t>
              </a:r>
              <a:endParaRPr lang="ar-LB" sz="1000" b="1" kern="100" dirty="0">
                <a:solidFill>
                  <a:srgbClr val="2D2D0E"/>
                </a:solidFill>
                <a:cs typeface="Tajawal" panose="00000500000000000000"/>
              </a:endParaRPr>
            </a:p>
            <a:p>
              <a:pPr marL="342900" marR="228600" indent="-342900" algn="r" rtl="1">
                <a:spcBef>
                  <a:spcPts val="500"/>
                </a:spcBef>
                <a:spcAft>
                  <a:spcPts val="500"/>
                </a:spcAft>
                <a:buClr>
                  <a:srgbClr val="D7AD3A"/>
                </a:buClr>
                <a:buFont typeface="Symbol" panose="05050102010706020507" pitchFamily="18" charset="2"/>
                <a:buChar char=""/>
              </a:pPr>
              <a:r>
                <a:rPr lang="ar-LB" sz="1000" b="1" kern="100" dirty="0">
                  <a:solidFill>
                    <a:srgbClr val="2D2D0E"/>
                  </a:solidFill>
                  <a:cs typeface="Tajawal" panose="00000500000000000000"/>
                </a:rPr>
                <a:t>أستكمال العمل على تصاميم واجهات النظام لخدمة الشكاوي والنقل والخروج للضرورة</a:t>
              </a:r>
            </a:p>
          </p:txBody>
        </p:sp>
        <p:sp>
          <p:nvSpPr>
            <p:cNvPr id="13" name="Rectangle 12">
              <a:extLst>
                <a:ext uri="{FF2B5EF4-FFF2-40B4-BE49-F238E27FC236}">
                  <a16:creationId xmlns:a16="http://schemas.microsoft.com/office/drawing/2014/main" id="{68D0917F-3E80-D190-9FE0-3C48306538BB}"/>
                </a:ext>
              </a:extLst>
            </p:cNvPr>
            <p:cNvSpPr/>
            <p:nvPr/>
          </p:nvSpPr>
          <p:spPr>
            <a:xfrm>
              <a:off x="5912831" y="-487617"/>
              <a:ext cx="4727014" cy="365597"/>
            </a:xfrm>
            <a:prstGeom prst="rect">
              <a:avLst/>
            </a:prstGeom>
            <a:solidFill>
              <a:srgbClr val="234C5A"/>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400" b="1" kern="0" dirty="0">
                  <a:solidFill>
                    <a:srgbClr val="FFFFFF"/>
                  </a:solidFill>
                  <a:latin typeface="Tajawal" panose="00000500000000000000" pitchFamily="2" charset="-78"/>
                  <a:cs typeface="Tajawal" panose="00000500000000000000" pitchFamily="2" charset="-78"/>
                </a:rPr>
                <a:t>المهام المخطط إنجازها في الفترة القادمة (أسبوعي)</a:t>
              </a:r>
              <a:endParaRPr kumimoji="0" lang="en-GB" sz="1400" b="1" i="0" u="none" strike="noStrike" kern="0" cap="none" spc="0" normalizeH="0" baseline="0" noProof="0" dirty="0">
                <a:ln>
                  <a:noFill/>
                </a:ln>
                <a:solidFill>
                  <a:srgbClr val="FFFFFF"/>
                </a:solidFill>
                <a:effectLst/>
                <a:uLnTx/>
                <a:uFillTx/>
                <a:latin typeface="Tajawal" panose="00000500000000000000" pitchFamily="2" charset="-78"/>
                <a:cs typeface="Tajawal" panose="00000500000000000000" pitchFamily="2" charset="-78"/>
              </a:endParaRPr>
            </a:p>
          </p:txBody>
        </p:sp>
      </p:grpSp>
      <p:sp>
        <p:nvSpPr>
          <p:cNvPr id="14" name="Rectangle 13">
            <a:extLst>
              <a:ext uri="{FF2B5EF4-FFF2-40B4-BE49-F238E27FC236}">
                <a16:creationId xmlns:a16="http://schemas.microsoft.com/office/drawing/2014/main" id="{B910E0AE-5B61-A5FE-57C1-ED6E64A73C0D}"/>
              </a:ext>
            </a:extLst>
          </p:cNvPr>
          <p:cNvSpPr/>
          <p:nvPr/>
        </p:nvSpPr>
        <p:spPr bwMode="auto">
          <a:xfrm flipH="1">
            <a:off x="5171293" y="1166763"/>
            <a:ext cx="65148" cy="4633939"/>
          </a:xfrm>
          <a:prstGeom prst="rect">
            <a:avLst/>
          </a:prstGeom>
          <a:solidFill>
            <a:srgbClr val="67818A"/>
          </a:solidFill>
          <a:ln w="9525"/>
        </p:spPr>
        <p:style>
          <a:lnRef idx="2">
            <a:schemeClr val="accent2"/>
          </a:lnRef>
          <a:fillRef idx="1">
            <a:schemeClr val="lt1"/>
          </a:fillRef>
          <a:effectRef idx="0">
            <a:schemeClr val="accent2"/>
          </a:effectRef>
          <a:fontRef idx="minor">
            <a:schemeClr val="dk1"/>
          </a:fontRef>
        </p:style>
        <p:txBody>
          <a:bodyPr rtlCol="0" anchor="ctr"/>
          <a:lstStyle/>
          <a:p>
            <a:pPr algn="ctr" eaLnBrk="0" fontAlgn="base" hangingPunct="0">
              <a:spcBef>
                <a:spcPct val="0"/>
              </a:spcBef>
              <a:spcAft>
                <a:spcPct val="0"/>
              </a:spcAft>
              <a:buClr>
                <a:srgbClr val="000000"/>
              </a:buClr>
              <a:buFont typeface="Wingdings" pitchFamily="2" charset="2"/>
              <a:buNone/>
            </a:pPr>
            <a:endParaRPr lang="en-US" sz="1200">
              <a:solidFill>
                <a:srgbClr val="000000"/>
              </a:solidFill>
              <a:latin typeface="Tajawal" panose="00000500000000000000" pitchFamily="2" charset="-78"/>
              <a:cs typeface="Tajawal" panose="00000500000000000000" pitchFamily="2" charset="-78"/>
            </a:endParaRPr>
          </a:p>
        </p:txBody>
      </p:sp>
      <p:grpSp>
        <p:nvGrpSpPr>
          <p:cNvPr id="15" name="Group 14">
            <a:extLst>
              <a:ext uri="{FF2B5EF4-FFF2-40B4-BE49-F238E27FC236}">
                <a16:creationId xmlns:a16="http://schemas.microsoft.com/office/drawing/2014/main" id="{ADE1DC03-9809-A1D0-87DF-7119E4AE3F0C}"/>
              </a:ext>
            </a:extLst>
          </p:cNvPr>
          <p:cNvGrpSpPr/>
          <p:nvPr/>
        </p:nvGrpSpPr>
        <p:grpSpPr>
          <a:xfrm>
            <a:off x="6267541" y="5931537"/>
            <a:ext cx="3588834" cy="365307"/>
            <a:chOff x="6647658" y="5843797"/>
            <a:chExt cx="3588834" cy="365307"/>
          </a:xfrm>
        </p:grpSpPr>
        <p:sp>
          <p:nvSpPr>
            <p:cNvPr id="16" name="Rectangle 15">
              <a:extLst>
                <a:ext uri="{FF2B5EF4-FFF2-40B4-BE49-F238E27FC236}">
                  <a16:creationId xmlns:a16="http://schemas.microsoft.com/office/drawing/2014/main" id="{E9EA03C9-FEE5-EC54-07DC-CC73D3FA44CF}"/>
                </a:ext>
              </a:extLst>
            </p:cNvPr>
            <p:cNvSpPr/>
            <p:nvPr/>
          </p:nvSpPr>
          <p:spPr>
            <a:xfrm>
              <a:off x="6647658" y="5854243"/>
              <a:ext cx="864184" cy="160966"/>
            </a:xfrm>
            <a:prstGeom prst="rect">
              <a:avLst/>
            </a:prstGeom>
            <a:solidFill>
              <a:srgbClr val="F04C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1050" dirty="0">
                  <a:latin typeface="Tajawal" panose="00000500000000000000" pitchFamily="2" charset="-78"/>
                  <a:cs typeface="Tajawal" panose="00000500000000000000" pitchFamily="2" charset="-78"/>
                </a:rPr>
                <a:t>متأخر</a:t>
              </a:r>
              <a:endParaRPr lang="en-US" sz="1050" dirty="0">
                <a:latin typeface="Tajawal" panose="00000500000000000000" pitchFamily="2" charset="-78"/>
                <a:cs typeface="Tajawal" panose="00000500000000000000" pitchFamily="2" charset="-78"/>
              </a:endParaRPr>
            </a:p>
          </p:txBody>
        </p:sp>
        <p:sp>
          <p:nvSpPr>
            <p:cNvPr id="17" name="Rectangle 16">
              <a:extLst>
                <a:ext uri="{FF2B5EF4-FFF2-40B4-BE49-F238E27FC236}">
                  <a16:creationId xmlns:a16="http://schemas.microsoft.com/office/drawing/2014/main" id="{3C6C2144-5186-93FE-512C-40B14298D51E}"/>
                </a:ext>
              </a:extLst>
            </p:cNvPr>
            <p:cNvSpPr/>
            <p:nvPr/>
          </p:nvSpPr>
          <p:spPr>
            <a:xfrm>
              <a:off x="8632224" y="5843797"/>
              <a:ext cx="829454" cy="171579"/>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LB" sz="1050" dirty="0">
                  <a:latin typeface="Tajawal" panose="00000500000000000000" pitchFamily="2" charset="-78"/>
                  <a:cs typeface="Tajawal" panose="00000500000000000000" pitchFamily="2" charset="-78"/>
                </a:rPr>
                <a:t>على المسار</a:t>
              </a:r>
              <a:endParaRPr lang="en-US" sz="1050" dirty="0">
                <a:latin typeface="Tajawal" panose="00000500000000000000" pitchFamily="2" charset="-78"/>
                <a:cs typeface="Tajawal" panose="00000500000000000000" pitchFamily="2" charset="-78"/>
              </a:endParaRPr>
            </a:p>
          </p:txBody>
        </p:sp>
        <p:sp>
          <p:nvSpPr>
            <p:cNvPr id="19" name="Rectangle 18">
              <a:extLst>
                <a:ext uri="{FF2B5EF4-FFF2-40B4-BE49-F238E27FC236}">
                  <a16:creationId xmlns:a16="http://schemas.microsoft.com/office/drawing/2014/main" id="{A14AAAB0-9E9A-48CB-17B3-4D5731BB38D6}"/>
                </a:ext>
              </a:extLst>
            </p:cNvPr>
            <p:cNvSpPr/>
            <p:nvPr/>
          </p:nvSpPr>
          <p:spPr>
            <a:xfrm>
              <a:off x="7579741" y="5854243"/>
              <a:ext cx="989472" cy="16096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LB" sz="1050" dirty="0">
                  <a:latin typeface="Tajawal" panose="00000500000000000000" pitchFamily="2" charset="-78"/>
                  <a:cs typeface="Tajawal" panose="00000500000000000000" pitchFamily="2" charset="-78"/>
                </a:rPr>
                <a:t>مخاطر محتملة</a:t>
              </a:r>
              <a:endParaRPr lang="en-US" sz="1050" dirty="0">
                <a:latin typeface="Tajawal" panose="00000500000000000000" pitchFamily="2" charset="-78"/>
                <a:cs typeface="Tajawal" panose="00000500000000000000" pitchFamily="2" charset="-78"/>
              </a:endParaRPr>
            </a:p>
          </p:txBody>
        </p:sp>
        <p:sp>
          <p:nvSpPr>
            <p:cNvPr id="20" name="TextBox 19">
              <a:extLst>
                <a:ext uri="{FF2B5EF4-FFF2-40B4-BE49-F238E27FC236}">
                  <a16:creationId xmlns:a16="http://schemas.microsoft.com/office/drawing/2014/main" id="{CC190A5F-0CED-EB72-EC6A-637A49E5BE6A}"/>
                </a:ext>
              </a:extLst>
            </p:cNvPr>
            <p:cNvSpPr txBox="1"/>
            <p:nvPr/>
          </p:nvSpPr>
          <p:spPr>
            <a:xfrm>
              <a:off x="7584475" y="5955188"/>
              <a:ext cx="989472" cy="253916"/>
            </a:xfrm>
            <a:prstGeom prst="rect">
              <a:avLst/>
            </a:prstGeom>
            <a:noFill/>
          </p:spPr>
          <p:txBody>
            <a:bodyPr wrap="square" rtlCol="0">
              <a:spAutoFit/>
            </a:bodyPr>
            <a:lstStyle/>
            <a:p>
              <a:pPr algn="ctr"/>
              <a:r>
                <a:rPr lang="en-US" sz="1000" dirty="0">
                  <a:latin typeface="Tajawal" panose="00000500000000000000" pitchFamily="2" charset="-78"/>
                  <a:cs typeface="Tajawal" panose="00000500000000000000" pitchFamily="2" charset="-78"/>
                </a:rPr>
                <a:t>2 &lt; Delay % &lt;</a:t>
              </a:r>
              <a:r>
                <a:rPr lang="ar-LB" sz="1000" dirty="0">
                  <a:latin typeface="Tajawal" panose="00000500000000000000" pitchFamily="2" charset="-78"/>
                  <a:cs typeface="Tajawal" panose="00000500000000000000" pitchFamily="2" charset="-78"/>
                </a:rPr>
                <a:t>5</a:t>
              </a:r>
              <a:endParaRPr lang="en-US" sz="1000" dirty="0">
                <a:latin typeface="Tajawal" panose="00000500000000000000" pitchFamily="2" charset="-78"/>
                <a:cs typeface="Tajawal" panose="00000500000000000000" pitchFamily="2" charset="-78"/>
              </a:endParaRPr>
            </a:p>
          </p:txBody>
        </p:sp>
        <p:sp>
          <p:nvSpPr>
            <p:cNvPr id="21" name="TextBox 20">
              <a:extLst>
                <a:ext uri="{FF2B5EF4-FFF2-40B4-BE49-F238E27FC236}">
                  <a16:creationId xmlns:a16="http://schemas.microsoft.com/office/drawing/2014/main" id="{D58D76F7-F323-1D22-B6C7-380D5B719F7B}"/>
                </a:ext>
              </a:extLst>
            </p:cNvPr>
            <p:cNvSpPr txBox="1"/>
            <p:nvPr/>
          </p:nvSpPr>
          <p:spPr>
            <a:xfrm>
              <a:off x="6662013" y="5955188"/>
              <a:ext cx="835473" cy="253916"/>
            </a:xfrm>
            <a:prstGeom prst="rect">
              <a:avLst/>
            </a:prstGeom>
            <a:noFill/>
          </p:spPr>
          <p:txBody>
            <a:bodyPr wrap="square" rtlCol="0">
              <a:spAutoFit/>
            </a:bodyPr>
            <a:lstStyle/>
            <a:p>
              <a:pPr algn="ctr"/>
              <a:r>
                <a:rPr lang="en-US" sz="1000" dirty="0">
                  <a:latin typeface="Tajawal" panose="00000500000000000000" pitchFamily="2" charset="-78"/>
                  <a:cs typeface="Tajawal" panose="00000500000000000000" pitchFamily="2" charset="-78"/>
                </a:rPr>
                <a:t>Delay % &gt; </a:t>
              </a:r>
              <a:r>
                <a:rPr lang="ar-LB" sz="1000" dirty="0">
                  <a:latin typeface="Tajawal" panose="00000500000000000000" pitchFamily="2" charset="-78"/>
                  <a:cs typeface="Tajawal" panose="00000500000000000000" pitchFamily="2" charset="-78"/>
                </a:rPr>
                <a:t>5</a:t>
              </a:r>
              <a:endParaRPr lang="en-US" sz="1000" dirty="0">
                <a:latin typeface="Tajawal" panose="00000500000000000000" pitchFamily="2" charset="-78"/>
                <a:cs typeface="Tajawal" panose="00000500000000000000" pitchFamily="2" charset="-78"/>
              </a:endParaRPr>
            </a:p>
          </p:txBody>
        </p:sp>
        <p:sp>
          <p:nvSpPr>
            <p:cNvPr id="22" name="TextBox 21">
              <a:extLst>
                <a:ext uri="{FF2B5EF4-FFF2-40B4-BE49-F238E27FC236}">
                  <a16:creationId xmlns:a16="http://schemas.microsoft.com/office/drawing/2014/main" id="{3C8D82CF-1473-DB70-1A53-D3A357465B7E}"/>
                </a:ext>
              </a:extLst>
            </p:cNvPr>
            <p:cNvSpPr txBox="1"/>
            <p:nvPr/>
          </p:nvSpPr>
          <p:spPr>
            <a:xfrm>
              <a:off x="8586629" y="5955188"/>
              <a:ext cx="989472" cy="246221"/>
            </a:xfrm>
            <a:prstGeom prst="rect">
              <a:avLst/>
            </a:prstGeom>
            <a:noFill/>
          </p:spPr>
          <p:txBody>
            <a:bodyPr wrap="square" rtlCol="0">
              <a:spAutoFit/>
            </a:bodyPr>
            <a:lstStyle/>
            <a:p>
              <a:pPr algn="ctr"/>
              <a:r>
                <a:rPr lang="en-US" sz="1000" dirty="0">
                  <a:latin typeface="Tajawal" panose="00000500000000000000" pitchFamily="2" charset="-78"/>
                  <a:cs typeface="Tajawal" panose="00000500000000000000" pitchFamily="2" charset="-78"/>
                </a:rPr>
                <a:t>2 &gt; Delay % = 0</a:t>
              </a:r>
            </a:p>
          </p:txBody>
        </p:sp>
        <p:sp>
          <p:nvSpPr>
            <p:cNvPr id="23" name="Rectangle 22">
              <a:extLst>
                <a:ext uri="{FF2B5EF4-FFF2-40B4-BE49-F238E27FC236}">
                  <a16:creationId xmlns:a16="http://schemas.microsoft.com/office/drawing/2014/main" id="{55BAAD36-2431-3E14-323C-7860C9B95849}"/>
                </a:ext>
              </a:extLst>
            </p:cNvPr>
            <p:cNvSpPr/>
            <p:nvPr/>
          </p:nvSpPr>
          <p:spPr>
            <a:xfrm>
              <a:off x="9461678" y="5889942"/>
              <a:ext cx="774814" cy="170188"/>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lnSpc>
                  <a:spcPct val="85000"/>
                </a:lnSpc>
                <a:spcAft>
                  <a:spcPts val="600"/>
                </a:spcAft>
                <a:buClr>
                  <a:srgbClr val="FFE600"/>
                </a:buClr>
                <a:buSzPct val="70000"/>
              </a:pPr>
              <a:r>
                <a:rPr lang="ar-SA" sz="1100" b="1" dirty="0">
                  <a:solidFill>
                    <a:schemeClr val="tx1"/>
                  </a:solidFill>
                  <a:latin typeface="Tajawal" panose="00000500000000000000" pitchFamily="2" charset="-78"/>
                  <a:cs typeface="Tajawal" panose="00000500000000000000" pitchFamily="2" charset="-78"/>
                </a:rPr>
                <a:t>الدليل</a:t>
              </a:r>
              <a:r>
                <a:rPr lang="ar-LB" sz="1050" b="1" dirty="0">
                  <a:solidFill>
                    <a:schemeClr val="tx1"/>
                  </a:solidFill>
                  <a:latin typeface="Tajawal" panose="00000500000000000000" pitchFamily="2" charset="-78"/>
                  <a:cs typeface="Tajawal" panose="00000500000000000000" pitchFamily="2" charset="-78"/>
                </a:rPr>
                <a:t> </a:t>
              </a:r>
              <a:endParaRPr lang="en-US" sz="1050" b="1" dirty="0">
                <a:solidFill>
                  <a:schemeClr val="tx1"/>
                </a:solidFill>
                <a:latin typeface="Tajawal" panose="00000500000000000000" pitchFamily="2" charset="-78"/>
                <a:cs typeface="Tajawal" panose="00000500000000000000" pitchFamily="2" charset="-78"/>
              </a:endParaRPr>
            </a:p>
          </p:txBody>
        </p:sp>
      </p:grpSp>
      <p:graphicFrame>
        <p:nvGraphicFramePr>
          <p:cNvPr id="6" name="Chart 5">
            <a:extLst>
              <a:ext uri="{FF2B5EF4-FFF2-40B4-BE49-F238E27FC236}">
                <a16:creationId xmlns:a16="http://schemas.microsoft.com/office/drawing/2014/main" id="{42977242-2C13-8FA0-6DAB-DF3823391499}"/>
              </a:ext>
            </a:extLst>
          </p:cNvPr>
          <p:cNvGraphicFramePr/>
          <p:nvPr>
            <p:extLst>
              <p:ext uri="{D42A27DB-BD31-4B8C-83A1-F6EECF244321}">
                <p14:modId xmlns:p14="http://schemas.microsoft.com/office/powerpoint/2010/main" val="1338495715"/>
              </p:ext>
            </p:extLst>
          </p:nvPr>
        </p:nvGraphicFramePr>
        <p:xfrm>
          <a:off x="9982849" y="3276401"/>
          <a:ext cx="1458454" cy="116175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90706974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587E5-8F53-F7B9-4D56-BD56328CD7DB}"/>
            </a:ext>
          </a:extLst>
        </p:cNvPr>
        <p:cNvGrpSpPr/>
        <p:nvPr/>
      </p:nvGrpSpPr>
      <p:grpSpPr>
        <a:xfrm>
          <a:off x="0" y="0"/>
          <a:ext cx="0" cy="0"/>
          <a:chOff x="0" y="0"/>
          <a:chExt cx="0" cy="0"/>
        </a:xfrm>
      </p:grpSpPr>
      <p:sp>
        <p:nvSpPr>
          <p:cNvPr id="46" name="Rectangle 42">
            <a:extLst>
              <a:ext uri="{FF2B5EF4-FFF2-40B4-BE49-F238E27FC236}">
                <a16:creationId xmlns:a16="http://schemas.microsoft.com/office/drawing/2014/main" id="{9FF104D2-55DA-776D-5FE0-4CC92E878FE5}"/>
              </a:ext>
            </a:extLst>
          </p:cNvPr>
          <p:cNvSpPr>
            <a:spLocks noChangeArrowheads="1"/>
          </p:cNvSpPr>
          <p:nvPr/>
        </p:nvSpPr>
        <p:spPr bwMode="auto">
          <a:xfrm>
            <a:off x="-1275604" y="143792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7" name="Rectangle 58">
            <a:extLst>
              <a:ext uri="{FF2B5EF4-FFF2-40B4-BE49-F238E27FC236}">
                <a16:creationId xmlns:a16="http://schemas.microsoft.com/office/drawing/2014/main" id="{5ADD00D3-E360-2DFA-6114-6D24EEA92E56}"/>
              </a:ext>
            </a:extLst>
          </p:cNvPr>
          <p:cNvSpPr>
            <a:spLocks noChangeArrowheads="1"/>
          </p:cNvSpPr>
          <p:nvPr/>
        </p:nvSpPr>
        <p:spPr bwMode="auto">
          <a:xfrm>
            <a:off x="0" y="47064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 name="Table 1">
            <a:extLst>
              <a:ext uri="{FF2B5EF4-FFF2-40B4-BE49-F238E27FC236}">
                <a16:creationId xmlns:a16="http://schemas.microsoft.com/office/drawing/2014/main" id="{4EDED0CB-BA55-C719-03E7-2D0714D23267}"/>
              </a:ext>
            </a:extLst>
          </p:cNvPr>
          <p:cNvGraphicFramePr>
            <a:graphicFrameLocks noGrp="1"/>
          </p:cNvGraphicFramePr>
          <p:nvPr>
            <p:extLst>
              <p:ext uri="{D42A27DB-BD31-4B8C-83A1-F6EECF244321}">
                <p14:modId xmlns:p14="http://schemas.microsoft.com/office/powerpoint/2010/main" val="2640738235"/>
              </p:ext>
            </p:extLst>
          </p:nvPr>
        </p:nvGraphicFramePr>
        <p:xfrm>
          <a:off x="447395" y="1671730"/>
          <a:ext cx="11122883" cy="3827776"/>
        </p:xfrm>
        <a:graphic>
          <a:graphicData uri="http://schemas.openxmlformats.org/drawingml/2006/table">
            <a:tbl>
              <a:tblPr>
                <a:tableStyleId>{7DF18680-E054-41AD-8BC1-D1AEF772440D}</a:tableStyleId>
              </a:tblPr>
              <a:tblGrid>
                <a:gridCol w="1968838">
                  <a:extLst>
                    <a:ext uri="{9D8B030D-6E8A-4147-A177-3AD203B41FA5}">
                      <a16:colId xmlns:a16="http://schemas.microsoft.com/office/drawing/2014/main" val="440369287"/>
                    </a:ext>
                  </a:extLst>
                </a:gridCol>
                <a:gridCol w="626225">
                  <a:extLst>
                    <a:ext uri="{9D8B030D-6E8A-4147-A177-3AD203B41FA5}">
                      <a16:colId xmlns:a16="http://schemas.microsoft.com/office/drawing/2014/main" val="1766651830"/>
                    </a:ext>
                  </a:extLst>
                </a:gridCol>
                <a:gridCol w="753687">
                  <a:extLst>
                    <a:ext uri="{9D8B030D-6E8A-4147-A177-3AD203B41FA5}">
                      <a16:colId xmlns:a16="http://schemas.microsoft.com/office/drawing/2014/main" val="597392431"/>
                    </a:ext>
                  </a:extLst>
                </a:gridCol>
                <a:gridCol w="770313">
                  <a:extLst>
                    <a:ext uri="{9D8B030D-6E8A-4147-A177-3AD203B41FA5}">
                      <a16:colId xmlns:a16="http://schemas.microsoft.com/office/drawing/2014/main" val="1080070471"/>
                    </a:ext>
                  </a:extLst>
                </a:gridCol>
                <a:gridCol w="931026">
                  <a:extLst>
                    <a:ext uri="{9D8B030D-6E8A-4147-A177-3AD203B41FA5}">
                      <a16:colId xmlns:a16="http://schemas.microsoft.com/office/drawing/2014/main" val="53463299"/>
                    </a:ext>
                  </a:extLst>
                </a:gridCol>
                <a:gridCol w="903316">
                  <a:extLst>
                    <a:ext uri="{9D8B030D-6E8A-4147-A177-3AD203B41FA5}">
                      <a16:colId xmlns:a16="http://schemas.microsoft.com/office/drawing/2014/main" val="3091525918"/>
                    </a:ext>
                  </a:extLst>
                </a:gridCol>
                <a:gridCol w="964276">
                  <a:extLst>
                    <a:ext uri="{9D8B030D-6E8A-4147-A177-3AD203B41FA5}">
                      <a16:colId xmlns:a16="http://schemas.microsoft.com/office/drawing/2014/main" val="3287169623"/>
                    </a:ext>
                  </a:extLst>
                </a:gridCol>
                <a:gridCol w="953193">
                  <a:extLst>
                    <a:ext uri="{9D8B030D-6E8A-4147-A177-3AD203B41FA5}">
                      <a16:colId xmlns:a16="http://schemas.microsoft.com/office/drawing/2014/main" val="94745673"/>
                    </a:ext>
                  </a:extLst>
                </a:gridCol>
                <a:gridCol w="592975">
                  <a:extLst>
                    <a:ext uri="{9D8B030D-6E8A-4147-A177-3AD203B41FA5}">
                      <a16:colId xmlns:a16="http://schemas.microsoft.com/office/drawing/2014/main" val="3770179118"/>
                    </a:ext>
                  </a:extLst>
                </a:gridCol>
                <a:gridCol w="2303011">
                  <a:extLst>
                    <a:ext uri="{9D8B030D-6E8A-4147-A177-3AD203B41FA5}">
                      <a16:colId xmlns:a16="http://schemas.microsoft.com/office/drawing/2014/main" val="261331466"/>
                    </a:ext>
                  </a:extLst>
                </a:gridCol>
                <a:gridCol w="356023">
                  <a:extLst>
                    <a:ext uri="{9D8B030D-6E8A-4147-A177-3AD203B41FA5}">
                      <a16:colId xmlns:a16="http://schemas.microsoft.com/office/drawing/2014/main" val="3125799418"/>
                    </a:ext>
                  </a:extLst>
                </a:gridCol>
              </a:tblGrid>
              <a:tr h="272457">
                <a:tc>
                  <a:txBody>
                    <a:bodyPr/>
                    <a:lstStyle/>
                    <a:p>
                      <a:pPr algn="ctr" fontAlgn="base"/>
                      <a:r>
                        <a:rPr lang="ar-SA" sz="1200" b="1" kern="1200" dirty="0">
                          <a:solidFill>
                            <a:schemeClr val="bg1"/>
                          </a:solidFill>
                          <a:latin typeface="Sakkal Majalla" panose="02000000000000000000" pitchFamily="2" charset="-78"/>
                          <a:ea typeface="+mn-ea"/>
                          <a:cs typeface="Tajawal" panose="00000500000000000000"/>
                        </a:rPr>
                        <a:t>ملاحظات</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SA" sz="1200" b="1" kern="1200" dirty="0">
                          <a:solidFill>
                            <a:schemeClr val="bg1"/>
                          </a:solidFill>
                          <a:latin typeface="Sakkal Majalla" panose="02000000000000000000" pitchFamily="2" charset="-78"/>
                          <a:ea typeface="+mn-ea"/>
                          <a:cs typeface="Tajawal" panose="00000500000000000000"/>
                        </a:rPr>
                        <a:t>مؤشر التباين</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SA" sz="1200" b="1" kern="1200" dirty="0">
                          <a:solidFill>
                            <a:schemeClr val="bg1"/>
                          </a:solidFill>
                          <a:latin typeface="Sakkal Majalla" panose="02000000000000000000" pitchFamily="2" charset="-78"/>
                          <a:ea typeface="+mn-ea"/>
                          <a:cs typeface="Tajawal" panose="00000500000000000000"/>
                        </a:rPr>
                        <a:t>%الإنجاز الفعلي</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SA" sz="1200" b="1" kern="1200" dirty="0">
                          <a:solidFill>
                            <a:schemeClr val="bg1"/>
                          </a:solidFill>
                          <a:latin typeface="Sakkal Majalla" panose="02000000000000000000" pitchFamily="2" charset="-78"/>
                          <a:ea typeface="+mn-ea"/>
                          <a:cs typeface="Tajawal" panose="00000500000000000000"/>
                        </a:rPr>
                        <a:t>%الإنجاز المخطط</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marL="0" marR="0" lvl="0" indent="0" algn="ctr" defTabSz="914358" rtl="0" eaLnBrk="1" fontAlgn="base" latinLnBrk="0" hangingPunct="1">
                        <a:lnSpc>
                          <a:spcPct val="100000"/>
                        </a:lnSpc>
                        <a:spcBef>
                          <a:spcPts val="0"/>
                        </a:spcBef>
                        <a:spcAft>
                          <a:spcPts val="0"/>
                        </a:spcAft>
                        <a:buClrTx/>
                        <a:buSzTx/>
                        <a:buFontTx/>
                        <a:buNone/>
                        <a:tabLst/>
                        <a:defRPr/>
                      </a:pPr>
                      <a:r>
                        <a:rPr lang="ar-LB" sz="1200" b="1" kern="1200" dirty="0">
                          <a:solidFill>
                            <a:schemeClr val="bg1"/>
                          </a:solidFill>
                          <a:latin typeface="Sakkal Majalla" panose="02000000000000000000" pitchFamily="2" charset="-78"/>
                          <a:ea typeface="+mn-ea"/>
                          <a:cs typeface="Tajawal" panose="00000500000000000000"/>
                        </a:rPr>
                        <a:t>التاريخ الفعلي للانتهاء</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LB" sz="1200" b="1" kern="1200" dirty="0">
                          <a:solidFill>
                            <a:schemeClr val="bg1"/>
                          </a:solidFill>
                          <a:latin typeface="Sakkal Majalla" panose="02000000000000000000" pitchFamily="2" charset="-78"/>
                          <a:ea typeface="+mn-ea"/>
                          <a:cs typeface="Tajawal" panose="00000500000000000000"/>
                        </a:rPr>
                        <a:t>التاريخ الفعلي للبدء</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LB" sz="1200" b="1" kern="1200" dirty="0">
                          <a:solidFill>
                            <a:schemeClr val="bg1"/>
                          </a:solidFill>
                          <a:latin typeface="Sakkal Majalla" panose="02000000000000000000" pitchFamily="2" charset="-78"/>
                          <a:ea typeface="+mn-ea"/>
                          <a:cs typeface="Tajawal" panose="00000500000000000000"/>
                        </a:rPr>
                        <a:t>التاريخ المخطط لل</a:t>
                      </a:r>
                      <a:r>
                        <a:rPr lang="ar-SA" sz="1200" b="1" kern="1200" dirty="0">
                          <a:solidFill>
                            <a:schemeClr val="bg1"/>
                          </a:solidFill>
                          <a:latin typeface="Sakkal Majalla" panose="02000000000000000000" pitchFamily="2" charset="-78"/>
                          <a:ea typeface="+mn-ea"/>
                          <a:cs typeface="Tajawal" panose="00000500000000000000"/>
                        </a:rPr>
                        <a:t>ا</a:t>
                      </a:r>
                      <a:r>
                        <a:rPr lang="ar-LB" sz="1200" b="1" kern="1200" dirty="0">
                          <a:solidFill>
                            <a:schemeClr val="bg1"/>
                          </a:solidFill>
                          <a:latin typeface="Sakkal Majalla" panose="02000000000000000000" pitchFamily="2" charset="-78"/>
                          <a:ea typeface="+mn-ea"/>
                          <a:cs typeface="Tajawal" panose="00000500000000000000"/>
                        </a:rPr>
                        <a:t>نتهاء </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LB" sz="1200" b="1" kern="1200" dirty="0">
                          <a:solidFill>
                            <a:schemeClr val="bg1"/>
                          </a:solidFill>
                          <a:latin typeface="Sakkal Majalla" panose="02000000000000000000" pitchFamily="2" charset="-78"/>
                          <a:ea typeface="+mn-ea"/>
                          <a:cs typeface="Tajawal" panose="00000500000000000000"/>
                        </a:rPr>
                        <a:t>التاريخ المخطط للبدء</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LB" sz="1200" b="1" kern="1200" dirty="0">
                          <a:solidFill>
                            <a:schemeClr val="bg1"/>
                          </a:solidFill>
                          <a:latin typeface="Sakkal Majalla" panose="02000000000000000000" pitchFamily="2" charset="-78"/>
                          <a:ea typeface="+mn-ea"/>
                          <a:cs typeface="Tajawal" panose="00000500000000000000"/>
                        </a:rPr>
                        <a:t>الحالة</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marL="0" marR="0" lvl="0" indent="0" algn="ctr" defTabSz="914358" rtl="0" eaLnBrk="1" fontAlgn="base" latinLnBrk="0" hangingPunct="1">
                        <a:lnSpc>
                          <a:spcPct val="100000"/>
                        </a:lnSpc>
                        <a:spcBef>
                          <a:spcPts val="0"/>
                        </a:spcBef>
                        <a:spcAft>
                          <a:spcPts val="0"/>
                        </a:spcAft>
                        <a:buClrTx/>
                        <a:buSzTx/>
                        <a:buFontTx/>
                        <a:buNone/>
                        <a:tabLst/>
                        <a:defRPr/>
                      </a:pPr>
                      <a:r>
                        <a:rPr lang="ar-SA" sz="1200" b="1" kern="1200" dirty="0">
                          <a:solidFill>
                            <a:schemeClr val="bg1"/>
                          </a:solidFill>
                          <a:latin typeface="Sakkal Majalla" panose="02000000000000000000" pitchFamily="2" charset="-78"/>
                          <a:ea typeface="+mn-ea"/>
                          <a:cs typeface="Tajawal" panose="00000500000000000000"/>
                        </a:rPr>
                        <a:t>الشرح</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en-US" sz="1200" b="1" kern="1200" dirty="0">
                          <a:solidFill>
                            <a:schemeClr val="bg1"/>
                          </a:solidFill>
                          <a:latin typeface="Sakkal Majalla" panose="02000000000000000000" pitchFamily="2" charset="-78"/>
                          <a:ea typeface="+mn-ea"/>
                          <a:cs typeface="Tajawal" panose="00000500000000000000"/>
                        </a:rPr>
                        <a:t>#</a:t>
                      </a:r>
                    </a:p>
                  </a:txBody>
                  <a:tcPr anchor="ctr">
                    <a:solidFill>
                      <a:srgbClr val="234C5A"/>
                    </a:solidFill>
                  </a:tcPr>
                </a:tc>
                <a:extLst>
                  <a:ext uri="{0D108BD9-81ED-4DB2-BD59-A6C34878D82A}">
                    <a16:rowId xmlns:a16="http://schemas.microsoft.com/office/drawing/2014/main" val="370201215"/>
                  </a:ext>
                </a:extLst>
              </a:tr>
              <a:tr h="381943">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115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rPr>
                        <a:t>يوجد تأخير 1</a:t>
                      </a:r>
                      <a:r>
                        <a:rPr kumimoji="0" lang="ar-LB" sz="115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rPr>
                        <a:t>9</a:t>
                      </a:r>
                      <a:r>
                        <a:rPr kumimoji="0" lang="ar-SA" sz="115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rPr>
                        <a:t> يوم عن التاريخ المخطط</a:t>
                      </a:r>
                      <a:endPar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LB"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0</a:t>
                      </a: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LB"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10</a:t>
                      </a: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LB"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10</a:t>
                      </a: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2</a:t>
                      </a:r>
                      <a:r>
                        <a:rPr kumimoji="0" lang="ar-LB"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5</a:t>
                      </a: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/01/2026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21/12/2025</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06/01/2026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16/12/2025</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lang="en-US" sz="1150" b="0" kern="1200" noProof="0" dirty="0">
                        <a:solidFill>
                          <a:schemeClr val="tx1"/>
                        </a:solidFill>
                        <a:latin typeface="Sakkal Majalla" panose="02000000000000000000" pitchFamily="2" charset="-78"/>
                        <a:ea typeface="+mn-ea"/>
                        <a:cs typeface="Tajawal" panose="00000500000000000000"/>
                      </a:endParaRPr>
                    </a:p>
                  </a:txBody>
                  <a:tcPr anchor="ctr">
                    <a:solidFill>
                      <a:srgbClr val="F2F2F2"/>
                    </a:solidFill>
                  </a:tcPr>
                </a:tc>
                <a:tc>
                  <a:txBody>
                    <a:bodyPr/>
                    <a:lstStyle/>
                    <a:p>
                      <a:pPr marL="0" algn="r" defTabSz="914340" rtl="1" eaLnBrk="1" fontAlgn="base" latinLnBrk="0" hangingPunct="1"/>
                      <a:r>
                        <a:rPr lang="ar-SA" sz="1150" b="0" i="0" kern="1200" dirty="0">
                          <a:solidFill>
                            <a:schemeClr val="tx1"/>
                          </a:solidFill>
                          <a:effectLst/>
                          <a:latin typeface="Sakkal Majalla" panose="02000000000000000000" pitchFamily="2" charset="-78"/>
                          <a:ea typeface="+mn-ea"/>
                          <a:cs typeface="Tajawal" panose="00000500000000000000"/>
                        </a:rPr>
                        <a:t>تحديد نطاق المرحلة الأولى (َ</a:t>
                      </a:r>
                      <a:r>
                        <a:rPr lang="en-US" sz="1150" b="0" i="0" kern="1200" dirty="0">
                          <a:solidFill>
                            <a:schemeClr val="tx1"/>
                          </a:solidFill>
                          <a:effectLst/>
                          <a:latin typeface="Sakkal Majalla" panose="02000000000000000000" pitchFamily="2" charset="-78"/>
                          <a:ea typeface="+mn-ea"/>
                          <a:cs typeface="Tajawal" panose="00000500000000000000"/>
                        </a:rPr>
                        <a:t>MVP Scope</a:t>
                      </a:r>
                      <a:r>
                        <a:rPr lang="ar-SA" sz="1150" b="0" i="0" kern="1200" dirty="0">
                          <a:solidFill>
                            <a:schemeClr val="tx1"/>
                          </a:solidFill>
                          <a:effectLst/>
                          <a:latin typeface="Sakkal Majalla" panose="02000000000000000000" pitchFamily="2" charset="-78"/>
                          <a:ea typeface="+mn-ea"/>
                          <a:cs typeface="Tajawal" panose="00000500000000000000"/>
                        </a:rPr>
                        <a:t>) وتحديث خطة المشروع التفصيلية (البدء والتصور)</a:t>
                      </a:r>
                      <a:endParaRPr lang="en-US" sz="1150" b="0" i="0" kern="1200" dirty="0">
                        <a:solidFill>
                          <a:schemeClr val="tx1"/>
                        </a:solidFill>
                        <a:effectLst/>
                        <a:latin typeface="Sakkal Majalla" panose="02000000000000000000" pitchFamily="2" charset="-78"/>
                        <a:ea typeface="+mn-ea"/>
                        <a:cs typeface="Tajawal" panose="00000500000000000000"/>
                      </a:endParaRPr>
                    </a:p>
                  </a:txBody>
                  <a:tcPr anchor="ctr">
                    <a:solidFill>
                      <a:srgbClr val="F2F2F2"/>
                    </a:solidFill>
                  </a:tcPr>
                </a:tc>
                <a:tc>
                  <a:txBody>
                    <a:bodyPr/>
                    <a:lstStyle/>
                    <a:p>
                      <a:pPr marL="0" algn="ctr" defTabSz="914340" rtl="0" eaLnBrk="1" fontAlgn="base" latinLnBrk="0" hangingPunct="1"/>
                      <a:r>
                        <a:rPr lang="en-US" sz="1150" b="0" i="0" kern="1200" dirty="0">
                          <a:solidFill>
                            <a:schemeClr val="tx1"/>
                          </a:solidFill>
                          <a:effectLst/>
                          <a:latin typeface="Sakkal Majalla" panose="02000000000000000000" pitchFamily="2" charset="-78"/>
                          <a:ea typeface="+mn-ea"/>
                          <a:cs typeface="Tajawal" panose="00000500000000000000"/>
                        </a:rPr>
                        <a:t>1</a:t>
                      </a:r>
                    </a:p>
                  </a:txBody>
                  <a:tcPr anchor="ctr">
                    <a:solidFill>
                      <a:srgbClr val="F2F2F2"/>
                    </a:solidFill>
                  </a:tcPr>
                </a:tc>
                <a:extLst>
                  <a:ext uri="{0D108BD9-81ED-4DB2-BD59-A6C34878D82A}">
                    <a16:rowId xmlns:a16="http://schemas.microsoft.com/office/drawing/2014/main" val="609534618"/>
                  </a:ext>
                </a:extLst>
              </a:tr>
              <a:tr h="549154">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LB"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تم أعدادها من بواسطة سامي وأعتمادها من المديرية وتسليمها الى فريق عمل نتويز</a:t>
                      </a:r>
                      <a:endPar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LB"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10</a:t>
                      </a: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LB"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10</a:t>
                      </a: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14/01/2026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30/12/202</a:t>
                      </a:r>
                      <a:r>
                        <a:rPr kumimoji="0" lang="ar-LB"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5</a:t>
                      </a:r>
                      <a:endPar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14/01/2026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30/12/2025</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lang="en-US" sz="1150" b="0" kern="1200" noProof="0" dirty="0">
                        <a:solidFill>
                          <a:schemeClr val="tx1"/>
                        </a:solidFill>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r" defTabSz="914400" rtl="1" eaLnBrk="1" fontAlgn="base" latinLnBrk="0" hangingPunct="1">
                        <a:lnSpc>
                          <a:spcPct val="100000"/>
                        </a:lnSpc>
                        <a:spcBef>
                          <a:spcPts val="0"/>
                        </a:spcBef>
                        <a:spcAft>
                          <a:spcPts val="0"/>
                        </a:spcAft>
                        <a:buClrTx/>
                        <a:buSzTx/>
                        <a:buFontTx/>
                        <a:buNone/>
                        <a:tabLst/>
                        <a:defRPr/>
                      </a:pPr>
                      <a:r>
                        <a:rPr kumimoji="0" lang="ar-LB" sz="1150" b="0" i="0" u="none" strike="noStrike" kern="1200" cap="none" spc="0" normalizeH="0" baseline="0" noProof="0" dirty="0">
                          <a:ln>
                            <a:noFill/>
                          </a:ln>
                          <a:solidFill>
                            <a:schemeClr val="tx1"/>
                          </a:solidFill>
                          <a:effectLst/>
                          <a:uLnTx/>
                          <a:uFillTx/>
                          <a:latin typeface="Sakkal Majalla" panose="02000000000000000000" pitchFamily="2" charset="-78"/>
                          <a:ea typeface="+mn-ea"/>
                          <a:cs typeface="Tajawal" panose="00000500000000000000"/>
                        </a:rPr>
                        <a:t>الانتهاء من اعداد وثيقة الوضع المستقبلي تجربة المستفيد</a:t>
                      </a:r>
                      <a:r>
                        <a:rPr kumimoji="0" lang="ar-SA" sz="1150" b="0" i="0" u="none" strike="noStrike" kern="1200" cap="none" spc="0" normalizeH="0" baseline="0" noProof="0" dirty="0">
                          <a:ln>
                            <a:noFill/>
                          </a:ln>
                          <a:solidFill>
                            <a:schemeClr val="tx1"/>
                          </a:solidFill>
                          <a:effectLst/>
                          <a:uLnTx/>
                          <a:uFillTx/>
                          <a:latin typeface="Sakkal Majalla" panose="02000000000000000000" pitchFamily="2" charset="-78"/>
                          <a:ea typeface="+mn-ea"/>
                          <a:cs typeface="Tajawal" panose="00000500000000000000"/>
                        </a:rPr>
                        <a:t> (</a:t>
                      </a:r>
                      <a:r>
                        <a:rPr kumimoji="0" lang="en-US" sz="1150" b="0" i="0" u="none" strike="noStrike" kern="1200" cap="none" spc="0" normalizeH="0" baseline="0" noProof="0" dirty="0">
                          <a:ln>
                            <a:noFill/>
                          </a:ln>
                          <a:solidFill>
                            <a:schemeClr val="tx1"/>
                          </a:solidFill>
                          <a:effectLst/>
                          <a:uLnTx/>
                          <a:uFillTx/>
                          <a:latin typeface="Sakkal Majalla" panose="02000000000000000000" pitchFamily="2" charset="-78"/>
                          <a:ea typeface="+mn-ea"/>
                          <a:cs typeface="Tajawal" panose="00000500000000000000"/>
                        </a:rPr>
                        <a:t>MVP</a:t>
                      </a:r>
                      <a:r>
                        <a:rPr kumimoji="0" lang="ar-SA" sz="1150" b="0" i="0" u="none" strike="noStrike" kern="1200" cap="none" spc="0" normalizeH="0" baseline="0" noProof="0" dirty="0">
                          <a:ln>
                            <a:noFill/>
                          </a:ln>
                          <a:solidFill>
                            <a:schemeClr val="tx1"/>
                          </a:solidFill>
                          <a:effectLst/>
                          <a:uLnTx/>
                          <a:uFillTx/>
                          <a:latin typeface="Sakkal Majalla" panose="02000000000000000000" pitchFamily="2" charset="-78"/>
                          <a:ea typeface="+mn-ea"/>
                          <a:cs typeface="Tajawal" panose="00000500000000000000"/>
                        </a:rPr>
                        <a:t>)</a:t>
                      </a:r>
                      <a:r>
                        <a:rPr kumimoji="0" lang="ar-LB" sz="1150" b="0" i="0" u="none" strike="noStrike" kern="1200" cap="none" spc="0" normalizeH="0" baseline="0" noProof="0" dirty="0">
                          <a:ln>
                            <a:noFill/>
                          </a:ln>
                          <a:solidFill>
                            <a:schemeClr val="tx1"/>
                          </a:solidFill>
                          <a:effectLst/>
                          <a:uLnTx/>
                          <a:uFillTx/>
                          <a:latin typeface="Sakkal Majalla" panose="02000000000000000000" pitchFamily="2" charset="-78"/>
                          <a:ea typeface="+mn-ea"/>
                          <a:cs typeface="Tajawal" panose="00000500000000000000"/>
                        </a:rPr>
                        <a:t> </a:t>
                      </a:r>
                      <a:r>
                        <a:rPr kumimoji="0" lang="en-US" sz="1150" b="0" i="0" u="none" strike="noStrike" kern="1200" cap="none" spc="0" normalizeH="0" baseline="0" noProof="0" dirty="0">
                          <a:ln>
                            <a:noFill/>
                          </a:ln>
                          <a:solidFill>
                            <a:schemeClr val="tx1"/>
                          </a:solidFill>
                          <a:effectLst/>
                          <a:uLnTx/>
                          <a:uFillTx/>
                          <a:latin typeface="Sakkal Majalla" panose="02000000000000000000" pitchFamily="2" charset="-78"/>
                          <a:ea typeface="+mn-ea"/>
                          <a:cs typeface="Tajawal" panose="00000500000000000000"/>
                        </a:rPr>
                        <a:t>*</a:t>
                      </a:r>
                    </a:p>
                  </a:txBody>
                  <a:tcPr anchor="ctr">
                    <a:solidFill>
                      <a:srgbClr val="F2F2F2"/>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Sakkal Majalla" panose="02000000000000000000" pitchFamily="2" charset="-78"/>
                          <a:ea typeface="+mn-ea"/>
                          <a:cs typeface="Sakkal Majalla" panose="02000000000000000000" pitchFamily="2" charset="-78"/>
                        </a:rPr>
                        <a:t>2</a:t>
                      </a:r>
                    </a:p>
                  </a:txBody>
                  <a:tcPr anchor="ctr">
                    <a:solidFill>
                      <a:srgbClr val="F2F2F2"/>
                    </a:solidFill>
                  </a:tcPr>
                </a:tc>
                <a:extLst>
                  <a:ext uri="{0D108BD9-81ED-4DB2-BD59-A6C34878D82A}">
                    <a16:rowId xmlns:a16="http://schemas.microsoft.com/office/drawing/2014/main" val="2391180014"/>
                  </a:ext>
                </a:extLst>
              </a:tr>
              <a:tr h="380997">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LB"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تم أعدادها من بواسطة سامي وأعتمادها من المديرية وتسليمها الى فريق </a:t>
                      </a:r>
                      <a:r>
                        <a:rPr kumimoji="0" lang="ar-LB" sz="1150" b="0" i="0" u="none" strike="noStrike" kern="1200" cap="none" spc="0" normalizeH="0" baseline="0" noProof="0">
                          <a:ln>
                            <a:noFill/>
                          </a:ln>
                          <a:solidFill>
                            <a:schemeClr val="tx1"/>
                          </a:solidFill>
                          <a:effectLst/>
                          <a:uLnTx/>
                          <a:uFillTx/>
                          <a:latin typeface="Tajawal" panose="00000500000000000000" pitchFamily="2" charset="-78"/>
                          <a:ea typeface="+mn-ea"/>
                          <a:cs typeface="Tajawal" panose="00000500000000000000" pitchFamily="2" charset="-78"/>
                        </a:rPr>
                        <a:t>عمل نتويز</a:t>
                      </a:r>
                      <a:endParaRPr kumimoji="0" lang="en-US" sz="1150" b="0" i="0" u="none" strike="noStrike" kern="1200" cap="none" spc="0" normalizeH="0" baseline="0" noProof="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LB"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10</a:t>
                      </a: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LB"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10</a:t>
                      </a: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14/01/2026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30/12/2026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25/02/2026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15/01/2026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lang="en-US" sz="1150" b="0" kern="1200" noProof="0" dirty="0">
                        <a:solidFill>
                          <a:schemeClr val="tx1"/>
                        </a:solidFill>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r" defTabSz="914400" rtl="1" eaLnBrk="1" fontAlgn="base" latinLnBrk="0" hangingPunct="1">
                        <a:lnSpc>
                          <a:spcPct val="100000"/>
                        </a:lnSpc>
                        <a:spcBef>
                          <a:spcPts val="0"/>
                        </a:spcBef>
                        <a:spcAft>
                          <a:spcPts val="0"/>
                        </a:spcAft>
                        <a:buClrTx/>
                        <a:buSzTx/>
                        <a:buFontTx/>
                        <a:buNone/>
                        <a:tabLst/>
                        <a:defRPr/>
                      </a:pPr>
                      <a:r>
                        <a:rPr kumimoji="0" lang="ar-LB" sz="1150" b="0" i="0" u="none" strike="noStrike" kern="1200" cap="none" spc="0" normalizeH="0" baseline="0" noProof="0" dirty="0">
                          <a:ln>
                            <a:noFill/>
                          </a:ln>
                          <a:solidFill>
                            <a:schemeClr val="tx1"/>
                          </a:solidFill>
                          <a:effectLst/>
                          <a:uLnTx/>
                          <a:uFillTx/>
                          <a:latin typeface="Sakkal Majalla" panose="02000000000000000000" pitchFamily="2" charset="-78"/>
                          <a:ea typeface="+mn-ea"/>
                          <a:cs typeface="Tajawal" panose="00000500000000000000"/>
                        </a:rPr>
                        <a:t>الانتهاء من اعداد وثيقة الوضع المستقبلي تجربة المستفيد</a:t>
                      </a:r>
                      <a:r>
                        <a:rPr kumimoji="0" lang="ar-SA" sz="1150" b="0" i="0" u="none" strike="noStrike" kern="1200" cap="none" spc="0" normalizeH="0" baseline="0" noProof="0" dirty="0">
                          <a:ln>
                            <a:noFill/>
                          </a:ln>
                          <a:solidFill>
                            <a:schemeClr val="tx1"/>
                          </a:solidFill>
                          <a:effectLst/>
                          <a:uLnTx/>
                          <a:uFillTx/>
                          <a:latin typeface="Sakkal Majalla" panose="02000000000000000000" pitchFamily="2" charset="-78"/>
                          <a:ea typeface="+mn-ea"/>
                          <a:cs typeface="Tajawal" panose="00000500000000000000"/>
                        </a:rPr>
                        <a:t> (</a:t>
                      </a:r>
                      <a:r>
                        <a:rPr kumimoji="0" lang="en-US" sz="1150" b="0" i="0" u="none" strike="noStrike" kern="1200" cap="none" spc="0" normalizeH="0" baseline="0" noProof="0" dirty="0">
                          <a:ln>
                            <a:noFill/>
                          </a:ln>
                          <a:solidFill>
                            <a:schemeClr val="tx1"/>
                          </a:solidFill>
                          <a:effectLst/>
                          <a:uLnTx/>
                          <a:uFillTx/>
                          <a:latin typeface="Sakkal Majalla" panose="02000000000000000000" pitchFamily="2" charset="-78"/>
                          <a:ea typeface="+mn-ea"/>
                          <a:cs typeface="Tajawal" panose="00000500000000000000"/>
                        </a:rPr>
                        <a:t>Full Scope</a:t>
                      </a:r>
                      <a:r>
                        <a:rPr kumimoji="0" lang="ar-SA" sz="1150" b="0" i="0" u="none" strike="noStrike" kern="1200" cap="none" spc="0" normalizeH="0" baseline="0" noProof="0" dirty="0">
                          <a:ln>
                            <a:noFill/>
                          </a:ln>
                          <a:solidFill>
                            <a:schemeClr val="tx1"/>
                          </a:solidFill>
                          <a:effectLst/>
                          <a:uLnTx/>
                          <a:uFillTx/>
                          <a:latin typeface="Sakkal Majalla" panose="02000000000000000000" pitchFamily="2" charset="-78"/>
                          <a:ea typeface="+mn-ea"/>
                          <a:cs typeface="Tajawal" panose="00000500000000000000"/>
                        </a:rPr>
                        <a:t>)</a:t>
                      </a:r>
                      <a:r>
                        <a:rPr kumimoji="0" lang="ar-LB" sz="1150" b="0" i="0" u="none" strike="noStrike" kern="1200" cap="none" spc="0" normalizeH="0" baseline="0" noProof="0" dirty="0">
                          <a:ln>
                            <a:noFill/>
                          </a:ln>
                          <a:solidFill>
                            <a:schemeClr val="tx1"/>
                          </a:solidFill>
                          <a:effectLst/>
                          <a:uLnTx/>
                          <a:uFillTx/>
                          <a:latin typeface="Sakkal Majalla" panose="02000000000000000000" pitchFamily="2" charset="-78"/>
                          <a:ea typeface="+mn-ea"/>
                          <a:cs typeface="Tajawal" panose="00000500000000000000"/>
                        </a:rPr>
                        <a:t> </a:t>
                      </a:r>
                      <a:r>
                        <a:rPr kumimoji="0" lang="en-US" sz="1150" b="0" i="0" u="none" strike="noStrike" kern="1200" cap="none" spc="0" normalizeH="0" baseline="0" noProof="0" dirty="0">
                          <a:ln>
                            <a:noFill/>
                          </a:ln>
                          <a:solidFill>
                            <a:schemeClr val="tx1"/>
                          </a:solidFill>
                          <a:effectLst/>
                          <a:uLnTx/>
                          <a:uFillTx/>
                          <a:latin typeface="Sakkal Majalla" panose="02000000000000000000" pitchFamily="2" charset="-78"/>
                          <a:ea typeface="+mn-ea"/>
                          <a:cs typeface="Tajawal" panose="00000500000000000000"/>
                        </a:rPr>
                        <a:t>*</a:t>
                      </a:r>
                    </a:p>
                  </a:txBody>
                  <a:tcPr anchor="ctr">
                    <a:solidFill>
                      <a:srgbClr val="F2F2F2"/>
                    </a:solidFill>
                  </a:tcPr>
                </a:tc>
                <a:tc>
                  <a:txBody>
                    <a:bodyPr/>
                    <a:lstStyle/>
                    <a:p>
                      <a:pPr marL="0" algn="ctr" rtl="0" eaLnBrk="1" fontAlgn="base" latinLnBrk="0" hangingPunct="1"/>
                      <a:r>
                        <a:rPr lang="en-US" sz="1200" b="1" i="0" kern="1200" dirty="0">
                          <a:solidFill>
                            <a:schemeClr val="tx1"/>
                          </a:solidFill>
                          <a:effectLst/>
                          <a:latin typeface="Sakkal Majalla" panose="02000000000000000000" pitchFamily="2" charset="-78"/>
                          <a:ea typeface="+mn-ea"/>
                          <a:cs typeface="Sakkal Majalla" panose="02000000000000000000" pitchFamily="2" charset="-78"/>
                        </a:rPr>
                        <a:t>3</a:t>
                      </a:r>
                    </a:p>
                  </a:txBody>
                  <a:tcPr anchor="ctr">
                    <a:solidFill>
                      <a:srgbClr val="F2F2F2"/>
                    </a:solidFill>
                  </a:tcPr>
                </a:tc>
                <a:extLst>
                  <a:ext uri="{0D108BD9-81ED-4DB2-BD59-A6C34878D82A}">
                    <a16:rowId xmlns:a16="http://schemas.microsoft.com/office/drawing/2014/main" val="4267410081"/>
                  </a:ext>
                </a:extLst>
              </a:tr>
              <a:tr h="441960">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LB"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91</a:t>
                      </a: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9%</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LB"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100</a:t>
                      </a: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03/02/2026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05/01/2026</a:t>
                      </a:r>
                    </a:p>
                  </a:txBody>
                  <a:tcPr anchor="ctr">
                    <a:solidFill>
                      <a:srgbClr val="F2F2F2"/>
                    </a:solidFill>
                  </a:tcPr>
                </a:tc>
                <a:tc>
                  <a:txBody>
                    <a:bodyPr/>
                    <a:lstStyle/>
                    <a:p>
                      <a:pPr marL="0" algn="ctr" defTabSz="914340" rtl="0" eaLnBrk="1" fontAlgn="base" latinLnBrk="0" hangingPunct="1"/>
                      <a:endParaRPr lang="en-US" sz="1150" b="0" kern="1200" dirty="0">
                        <a:solidFill>
                          <a:schemeClr val="tx1"/>
                        </a:solidFill>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r" defTabSz="914400" rtl="1" eaLnBrk="1" fontAlgn="base" latinLnBrk="0" hangingPunct="1">
                        <a:lnSpc>
                          <a:spcPct val="100000"/>
                        </a:lnSpc>
                        <a:spcBef>
                          <a:spcPts val="0"/>
                        </a:spcBef>
                        <a:spcAft>
                          <a:spcPts val="0"/>
                        </a:spcAft>
                        <a:buClrTx/>
                        <a:buSzTx/>
                        <a:buFontTx/>
                        <a:buNone/>
                        <a:tabLst/>
                        <a:defRPr/>
                      </a:pPr>
                      <a:r>
                        <a:rPr lang="ar-SA" sz="1150" b="0" i="0" kern="1200" dirty="0">
                          <a:solidFill>
                            <a:schemeClr val="tx1"/>
                          </a:solidFill>
                          <a:effectLst/>
                          <a:latin typeface="Sakkal Majalla" panose="02000000000000000000" pitchFamily="2" charset="-78"/>
                          <a:ea typeface="+mn-ea"/>
                          <a:cs typeface="Tajawal" panose="00000500000000000000"/>
                        </a:rPr>
                        <a:t>تجهيز بيئات العمل التطويرية والتشغيلية وتفعيل رخص المنصة</a:t>
                      </a:r>
                      <a:endParaRPr lang="en-US" sz="1150" b="0" i="0" kern="1200" dirty="0">
                        <a:solidFill>
                          <a:schemeClr val="tx1"/>
                        </a:solidFill>
                        <a:effectLst/>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Sakkal Majalla" panose="02000000000000000000" pitchFamily="2" charset="-78"/>
                          <a:ea typeface="+mn-ea"/>
                          <a:cs typeface="Sakkal Majalla" panose="02000000000000000000" pitchFamily="2" charset="-78"/>
                        </a:rPr>
                        <a:t>4</a:t>
                      </a:r>
                    </a:p>
                  </a:txBody>
                  <a:tcPr anchor="ctr">
                    <a:solidFill>
                      <a:srgbClr val="F2F2F2"/>
                    </a:solidFill>
                  </a:tcPr>
                </a:tc>
                <a:extLst>
                  <a:ext uri="{0D108BD9-81ED-4DB2-BD59-A6C34878D82A}">
                    <a16:rowId xmlns:a16="http://schemas.microsoft.com/office/drawing/2014/main" val="2675841558"/>
                  </a:ext>
                </a:extLst>
              </a:tr>
              <a:tr h="447038">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66%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33%</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LB"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10</a:t>
                      </a: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20/01/2026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13/01/2026</a:t>
                      </a:r>
                    </a:p>
                  </a:txBody>
                  <a:tcPr anchor="ctr">
                    <a:solidFill>
                      <a:srgbClr val="F2F2F2"/>
                    </a:solidFill>
                  </a:tcPr>
                </a:tc>
                <a:tc>
                  <a:txBody>
                    <a:bodyPr/>
                    <a:lstStyle/>
                    <a:p>
                      <a:pPr marL="0" algn="ctr" defTabSz="914340" rtl="0" eaLnBrk="1" fontAlgn="base" latinLnBrk="0" hangingPunct="1"/>
                      <a:endParaRPr lang="en-US" sz="1150" b="0" kern="1200" dirty="0">
                        <a:solidFill>
                          <a:schemeClr val="tx1"/>
                        </a:solidFill>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r" defTabSz="914400" rtl="1" eaLnBrk="1" fontAlgn="base" latinLnBrk="0" hangingPunct="1">
                        <a:lnSpc>
                          <a:spcPct val="100000"/>
                        </a:lnSpc>
                        <a:spcBef>
                          <a:spcPts val="0"/>
                        </a:spcBef>
                        <a:spcAft>
                          <a:spcPts val="0"/>
                        </a:spcAft>
                        <a:buClrTx/>
                        <a:buSzTx/>
                        <a:buFontTx/>
                        <a:buNone/>
                        <a:tabLst/>
                        <a:defRPr/>
                      </a:pPr>
                      <a:r>
                        <a:rPr lang="ar-LB" sz="1150" b="0" i="0" kern="1200" dirty="0">
                          <a:solidFill>
                            <a:schemeClr val="tx1"/>
                          </a:solidFill>
                          <a:effectLst/>
                          <a:latin typeface="Sakkal Majalla" panose="02000000000000000000" pitchFamily="2" charset="-78"/>
                          <a:ea typeface="+mn-ea"/>
                          <a:cs typeface="Tajawal" panose="00000500000000000000"/>
                        </a:rPr>
                        <a:t>تصميم نظام إجراءات نزلاء السجون</a:t>
                      </a:r>
                      <a:r>
                        <a:rPr lang="ar-SA" sz="1150" b="0" i="0" kern="1200" dirty="0">
                          <a:solidFill>
                            <a:schemeClr val="tx1"/>
                          </a:solidFill>
                          <a:effectLst/>
                          <a:latin typeface="Sakkal Majalla" panose="02000000000000000000" pitchFamily="2" charset="-78"/>
                          <a:ea typeface="+mn-ea"/>
                          <a:cs typeface="Tajawal" panose="00000500000000000000"/>
                        </a:rPr>
                        <a:t> (</a:t>
                      </a:r>
                      <a:r>
                        <a:rPr lang="en-US" sz="1150" b="0" i="0" kern="1200" dirty="0">
                          <a:solidFill>
                            <a:schemeClr val="tx1"/>
                          </a:solidFill>
                          <a:effectLst/>
                          <a:latin typeface="Sakkal Majalla" panose="02000000000000000000" pitchFamily="2" charset="-78"/>
                          <a:ea typeface="+mn-ea"/>
                          <a:cs typeface="Tajawal" panose="00000500000000000000"/>
                        </a:rPr>
                        <a:t>UI/UX &amp; Story Board for MVP Services</a:t>
                      </a:r>
                      <a:r>
                        <a:rPr lang="ar-SA" sz="1150" b="0" i="0" kern="1200" dirty="0">
                          <a:solidFill>
                            <a:schemeClr val="tx1"/>
                          </a:solidFill>
                          <a:effectLst/>
                          <a:latin typeface="Sakkal Majalla" panose="02000000000000000000" pitchFamily="2" charset="-78"/>
                          <a:ea typeface="+mn-ea"/>
                          <a:cs typeface="Tajawal" panose="00000500000000000000"/>
                        </a:rPr>
                        <a:t>)</a:t>
                      </a:r>
                      <a:endParaRPr lang="en-US" sz="1150" b="0" i="0" kern="1200" dirty="0">
                        <a:solidFill>
                          <a:schemeClr val="tx1"/>
                        </a:solidFill>
                        <a:effectLst/>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Sakkal Majalla" panose="02000000000000000000" pitchFamily="2" charset="-78"/>
                          <a:ea typeface="+mn-ea"/>
                          <a:cs typeface="Sakkal Majalla" panose="02000000000000000000" pitchFamily="2" charset="-78"/>
                        </a:rPr>
                        <a:t>5</a:t>
                      </a:r>
                    </a:p>
                  </a:txBody>
                  <a:tcPr anchor="ctr">
                    <a:solidFill>
                      <a:srgbClr val="F2F2F2"/>
                    </a:solidFill>
                  </a:tcPr>
                </a:tc>
                <a:extLst>
                  <a:ext uri="{0D108BD9-81ED-4DB2-BD59-A6C34878D82A}">
                    <a16:rowId xmlns:a16="http://schemas.microsoft.com/office/drawing/2014/main" val="35407926"/>
                  </a:ext>
                </a:extLst>
              </a:tr>
              <a:tr h="447038">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10/03/2026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20/01/2026</a:t>
                      </a:r>
                    </a:p>
                  </a:txBody>
                  <a:tcPr anchor="ctr">
                    <a:solidFill>
                      <a:srgbClr val="F2F2F2"/>
                    </a:solidFill>
                  </a:tcPr>
                </a:tc>
                <a:tc>
                  <a:txBody>
                    <a:bodyPr/>
                    <a:lstStyle/>
                    <a:p>
                      <a:pPr marL="0" algn="ctr" defTabSz="914340" rtl="0" eaLnBrk="1" fontAlgn="base" latinLnBrk="0" hangingPunct="1"/>
                      <a:endParaRPr lang="en-US" sz="1150" b="0" kern="1200" dirty="0">
                        <a:solidFill>
                          <a:schemeClr val="tx1"/>
                        </a:solidFill>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r" defTabSz="914400" rtl="1" eaLnBrk="1" fontAlgn="base" latinLnBrk="0" hangingPunct="1">
                        <a:lnSpc>
                          <a:spcPct val="100000"/>
                        </a:lnSpc>
                        <a:spcBef>
                          <a:spcPts val="0"/>
                        </a:spcBef>
                        <a:spcAft>
                          <a:spcPts val="0"/>
                        </a:spcAft>
                        <a:buClrTx/>
                        <a:buSzTx/>
                        <a:buFontTx/>
                        <a:buNone/>
                        <a:tabLst/>
                        <a:defRPr/>
                      </a:pPr>
                      <a:r>
                        <a:rPr lang="ar-LB" sz="1150" b="0" i="0" kern="1200" dirty="0">
                          <a:solidFill>
                            <a:schemeClr val="tx1"/>
                          </a:solidFill>
                          <a:effectLst/>
                          <a:latin typeface="Sakkal Majalla" panose="02000000000000000000" pitchFamily="2" charset="-78"/>
                          <a:ea typeface="+mn-ea"/>
                          <a:cs typeface="Tajawal" panose="00000500000000000000"/>
                        </a:rPr>
                        <a:t>تصميم نظام إجراءات نزلاء السجون</a:t>
                      </a:r>
                      <a:r>
                        <a:rPr lang="ar-SA" sz="1150" b="0" i="0" kern="1200" dirty="0">
                          <a:solidFill>
                            <a:schemeClr val="tx1"/>
                          </a:solidFill>
                          <a:effectLst/>
                          <a:latin typeface="Sakkal Majalla" panose="02000000000000000000" pitchFamily="2" charset="-78"/>
                          <a:ea typeface="+mn-ea"/>
                          <a:cs typeface="Tajawal" panose="00000500000000000000"/>
                        </a:rPr>
                        <a:t> (</a:t>
                      </a:r>
                      <a:r>
                        <a:rPr lang="en-US" sz="1150" b="0" i="0" kern="1200" dirty="0">
                          <a:solidFill>
                            <a:schemeClr val="tx1"/>
                          </a:solidFill>
                          <a:effectLst/>
                          <a:latin typeface="Sakkal Majalla" panose="02000000000000000000" pitchFamily="2" charset="-78"/>
                          <a:ea typeface="+mn-ea"/>
                          <a:cs typeface="Tajawal" panose="00000500000000000000"/>
                        </a:rPr>
                        <a:t>UI/UX &amp; Story Board for Full Scope</a:t>
                      </a:r>
                      <a:r>
                        <a:rPr lang="ar-SA" sz="1150" b="0" i="0" kern="1200" dirty="0">
                          <a:solidFill>
                            <a:schemeClr val="tx1"/>
                          </a:solidFill>
                          <a:effectLst/>
                          <a:latin typeface="Sakkal Majalla" panose="02000000000000000000" pitchFamily="2" charset="-78"/>
                          <a:ea typeface="+mn-ea"/>
                          <a:cs typeface="Tajawal" panose="00000500000000000000"/>
                        </a:rPr>
                        <a:t>)</a:t>
                      </a:r>
                      <a:endParaRPr lang="en-US" sz="1150" b="0" i="0" kern="1200" dirty="0">
                        <a:solidFill>
                          <a:schemeClr val="tx1"/>
                        </a:solidFill>
                        <a:effectLst/>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Sakkal Majalla" panose="02000000000000000000" pitchFamily="2" charset="-78"/>
                          <a:ea typeface="+mn-ea"/>
                          <a:cs typeface="Sakkal Majalla" panose="02000000000000000000" pitchFamily="2" charset="-78"/>
                        </a:rPr>
                        <a:t>6</a:t>
                      </a:r>
                    </a:p>
                  </a:txBody>
                  <a:tcPr anchor="ctr">
                    <a:solidFill>
                      <a:srgbClr val="F2F2F2"/>
                    </a:solidFill>
                  </a:tcPr>
                </a:tc>
                <a:extLst>
                  <a:ext uri="{0D108BD9-81ED-4DB2-BD59-A6C34878D82A}">
                    <a16:rowId xmlns:a16="http://schemas.microsoft.com/office/drawing/2014/main" val="3974095596"/>
                  </a:ext>
                </a:extLst>
              </a:tr>
            </a:tbl>
          </a:graphicData>
        </a:graphic>
      </p:graphicFrame>
      <p:sp>
        <p:nvSpPr>
          <p:cNvPr id="6" name="Rectangle 5">
            <a:extLst>
              <a:ext uri="{FF2B5EF4-FFF2-40B4-BE49-F238E27FC236}">
                <a16:creationId xmlns:a16="http://schemas.microsoft.com/office/drawing/2014/main" id="{06B6460F-41B2-5AF6-1165-824C1F3FD0D1}"/>
              </a:ext>
            </a:extLst>
          </p:cNvPr>
          <p:cNvSpPr/>
          <p:nvPr/>
        </p:nvSpPr>
        <p:spPr>
          <a:xfrm>
            <a:off x="354636" y="1485281"/>
            <a:ext cx="11323320" cy="4213770"/>
          </a:xfrm>
          <a:prstGeom prst="rect">
            <a:avLst/>
          </a:prstGeom>
          <a:noFill/>
          <a:ln w="63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latin typeface="Sakkal Majalla" panose="02000000000000000000" pitchFamily="2" charset="-78"/>
              <a:cs typeface="Tajawal" panose="00000500000000000000"/>
            </a:endParaRPr>
          </a:p>
        </p:txBody>
      </p:sp>
      <p:sp>
        <p:nvSpPr>
          <p:cNvPr id="7" name="TextBox 6">
            <a:extLst>
              <a:ext uri="{FF2B5EF4-FFF2-40B4-BE49-F238E27FC236}">
                <a16:creationId xmlns:a16="http://schemas.microsoft.com/office/drawing/2014/main" id="{D4ECB620-A773-61EC-9605-F2E49FD5F05C}"/>
              </a:ext>
            </a:extLst>
          </p:cNvPr>
          <p:cNvSpPr txBox="1"/>
          <p:nvPr/>
        </p:nvSpPr>
        <p:spPr>
          <a:xfrm>
            <a:off x="8504958" y="1380072"/>
            <a:ext cx="2844389" cy="215444"/>
          </a:xfrm>
          <a:prstGeom prst="rect">
            <a:avLst/>
          </a:prstGeom>
          <a:solidFill>
            <a:schemeClr val="bg1"/>
          </a:solidFill>
          <a:ln>
            <a:noFill/>
          </a:ln>
        </p:spPr>
        <p:txBody>
          <a:bodyPr wrap="square" lIns="0" tIns="0" rIns="0" bIns="0" rtlCol="0" anchor="ctr">
            <a:spAutoFit/>
          </a:bodyPr>
          <a:lstStyle/>
          <a:p>
            <a:pPr indent="117475" algn="ctr" rtl="1"/>
            <a:r>
              <a:rPr lang="ar-SA" sz="1400" b="1" dirty="0">
                <a:solidFill>
                  <a:schemeClr val="accent1"/>
                </a:solidFill>
                <a:latin typeface="Sakkal Majalla" panose="02000000000000000000" pitchFamily="2" charset="-78"/>
                <a:cs typeface="Tajawal" panose="00000500000000000000"/>
              </a:rPr>
              <a:t>المعالم الرئيسية (</a:t>
            </a:r>
            <a:r>
              <a:rPr lang="en-US" sz="1400" b="1" dirty="0">
                <a:solidFill>
                  <a:schemeClr val="accent1"/>
                </a:solidFill>
                <a:latin typeface="Sakkal Majalla" panose="02000000000000000000" pitchFamily="2" charset="-78"/>
                <a:cs typeface="Tajawal" panose="00000500000000000000"/>
              </a:rPr>
              <a:t>CRM &amp; Portals</a:t>
            </a:r>
            <a:r>
              <a:rPr lang="ar-SA" sz="1400" b="1" dirty="0">
                <a:solidFill>
                  <a:schemeClr val="accent1"/>
                </a:solidFill>
                <a:latin typeface="Sakkal Majalla" panose="02000000000000000000" pitchFamily="2" charset="-78"/>
                <a:cs typeface="Tajawal" panose="00000500000000000000"/>
              </a:rPr>
              <a:t>)</a:t>
            </a:r>
            <a:endParaRPr lang="en-US" sz="1400" b="1" dirty="0">
              <a:solidFill>
                <a:schemeClr val="accent1"/>
              </a:solidFill>
              <a:latin typeface="Sakkal Majalla" panose="02000000000000000000" pitchFamily="2" charset="-78"/>
              <a:cs typeface="Tajawal" panose="00000500000000000000"/>
            </a:endParaRPr>
          </a:p>
        </p:txBody>
      </p:sp>
      <p:grpSp>
        <p:nvGrpSpPr>
          <p:cNvPr id="8" name="Group 7">
            <a:extLst>
              <a:ext uri="{FF2B5EF4-FFF2-40B4-BE49-F238E27FC236}">
                <a16:creationId xmlns:a16="http://schemas.microsoft.com/office/drawing/2014/main" id="{9BF3D92C-7CAF-AF7E-6682-1FC9E923F847}"/>
              </a:ext>
            </a:extLst>
          </p:cNvPr>
          <p:cNvGrpSpPr/>
          <p:nvPr/>
        </p:nvGrpSpPr>
        <p:grpSpPr>
          <a:xfrm>
            <a:off x="6230561" y="5775667"/>
            <a:ext cx="5447395" cy="365307"/>
            <a:chOff x="6647658" y="5843797"/>
            <a:chExt cx="5447395" cy="365307"/>
          </a:xfrm>
        </p:grpSpPr>
        <p:sp>
          <p:nvSpPr>
            <p:cNvPr id="9" name="Rectangle 8">
              <a:extLst>
                <a:ext uri="{FF2B5EF4-FFF2-40B4-BE49-F238E27FC236}">
                  <a16:creationId xmlns:a16="http://schemas.microsoft.com/office/drawing/2014/main" id="{FB50D789-33BF-7269-78BD-5D203A02D3C5}"/>
                </a:ext>
              </a:extLst>
            </p:cNvPr>
            <p:cNvSpPr/>
            <p:nvPr/>
          </p:nvSpPr>
          <p:spPr>
            <a:xfrm>
              <a:off x="6647658" y="5854243"/>
              <a:ext cx="864184" cy="160966"/>
            </a:xfrm>
            <a:prstGeom prst="rect">
              <a:avLst/>
            </a:prstGeom>
            <a:solidFill>
              <a:srgbClr val="F04C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1050" dirty="0">
                  <a:latin typeface="Tajawal" panose="00000500000000000000" pitchFamily="2" charset="-78"/>
                  <a:cs typeface="Tajawal" panose="00000500000000000000" pitchFamily="2" charset="-78"/>
                </a:rPr>
                <a:t>متأخر</a:t>
              </a:r>
              <a:endParaRPr lang="en-US" sz="1050" dirty="0">
                <a:latin typeface="Tajawal" panose="00000500000000000000" pitchFamily="2" charset="-78"/>
                <a:cs typeface="Tajawal" panose="00000500000000000000" pitchFamily="2" charset="-78"/>
              </a:endParaRPr>
            </a:p>
          </p:txBody>
        </p:sp>
        <p:sp>
          <p:nvSpPr>
            <p:cNvPr id="10" name="Rectangle 9">
              <a:extLst>
                <a:ext uri="{FF2B5EF4-FFF2-40B4-BE49-F238E27FC236}">
                  <a16:creationId xmlns:a16="http://schemas.microsoft.com/office/drawing/2014/main" id="{EBAF6820-0FC5-C340-587A-C568F480107A}"/>
                </a:ext>
              </a:extLst>
            </p:cNvPr>
            <p:cNvSpPr/>
            <p:nvPr/>
          </p:nvSpPr>
          <p:spPr>
            <a:xfrm>
              <a:off x="8632224" y="5843797"/>
              <a:ext cx="829454" cy="171579"/>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LB" sz="1050" dirty="0">
                  <a:latin typeface="Tajawal" panose="00000500000000000000" pitchFamily="2" charset="-78"/>
                  <a:cs typeface="Tajawal" panose="00000500000000000000" pitchFamily="2" charset="-78"/>
                </a:rPr>
                <a:t>على المسار</a:t>
              </a:r>
              <a:endParaRPr lang="en-US" sz="1050" dirty="0">
                <a:latin typeface="Tajawal" panose="00000500000000000000" pitchFamily="2" charset="-78"/>
                <a:cs typeface="Tajawal" panose="00000500000000000000" pitchFamily="2" charset="-78"/>
              </a:endParaRPr>
            </a:p>
          </p:txBody>
        </p:sp>
        <p:sp>
          <p:nvSpPr>
            <p:cNvPr id="11" name="Rectangle 10">
              <a:extLst>
                <a:ext uri="{FF2B5EF4-FFF2-40B4-BE49-F238E27FC236}">
                  <a16:creationId xmlns:a16="http://schemas.microsoft.com/office/drawing/2014/main" id="{81AD73F8-1CE0-9FD7-1689-B97A7718DFBC}"/>
                </a:ext>
              </a:extLst>
            </p:cNvPr>
            <p:cNvSpPr/>
            <p:nvPr/>
          </p:nvSpPr>
          <p:spPr>
            <a:xfrm>
              <a:off x="9519419" y="5843797"/>
              <a:ext cx="868030" cy="171579"/>
            </a:xfrm>
            <a:prstGeom prst="rect">
              <a:avLst/>
            </a:prstGeom>
            <a:solidFill>
              <a:srgbClr val="00AB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LB" sz="1050" dirty="0">
                  <a:latin typeface="Tajawal" panose="00000500000000000000" pitchFamily="2" charset="-78"/>
                  <a:cs typeface="Tajawal" panose="00000500000000000000" pitchFamily="2" charset="-78"/>
                </a:rPr>
                <a:t>مكتملة</a:t>
              </a:r>
              <a:endParaRPr lang="en-US" sz="1050" dirty="0">
                <a:latin typeface="Tajawal" panose="00000500000000000000" pitchFamily="2" charset="-78"/>
                <a:cs typeface="Tajawal" panose="00000500000000000000" pitchFamily="2" charset="-78"/>
              </a:endParaRPr>
            </a:p>
          </p:txBody>
        </p:sp>
        <p:sp>
          <p:nvSpPr>
            <p:cNvPr id="12" name="Rectangle 11">
              <a:extLst>
                <a:ext uri="{FF2B5EF4-FFF2-40B4-BE49-F238E27FC236}">
                  <a16:creationId xmlns:a16="http://schemas.microsoft.com/office/drawing/2014/main" id="{2BA7934D-92DC-AA4D-97D4-3BFF0DED5A1D}"/>
                </a:ext>
              </a:extLst>
            </p:cNvPr>
            <p:cNvSpPr/>
            <p:nvPr/>
          </p:nvSpPr>
          <p:spPr>
            <a:xfrm>
              <a:off x="7579741" y="5854243"/>
              <a:ext cx="989472" cy="16096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LB" sz="1050" dirty="0">
                  <a:latin typeface="Tajawal" panose="00000500000000000000" pitchFamily="2" charset="-78"/>
                  <a:cs typeface="Tajawal" panose="00000500000000000000" pitchFamily="2" charset="-78"/>
                </a:rPr>
                <a:t>مخاطر محتملة</a:t>
              </a:r>
              <a:endParaRPr lang="en-US" sz="1050" dirty="0">
                <a:latin typeface="Tajawal" panose="00000500000000000000" pitchFamily="2" charset="-78"/>
                <a:cs typeface="Tajawal" panose="00000500000000000000" pitchFamily="2" charset="-78"/>
              </a:endParaRPr>
            </a:p>
          </p:txBody>
        </p:sp>
        <p:sp>
          <p:nvSpPr>
            <p:cNvPr id="13" name="TextBox 12">
              <a:extLst>
                <a:ext uri="{FF2B5EF4-FFF2-40B4-BE49-F238E27FC236}">
                  <a16:creationId xmlns:a16="http://schemas.microsoft.com/office/drawing/2014/main" id="{38FC335F-3B1B-936D-7EE4-91A20A85EA2C}"/>
                </a:ext>
              </a:extLst>
            </p:cNvPr>
            <p:cNvSpPr txBox="1"/>
            <p:nvPr/>
          </p:nvSpPr>
          <p:spPr>
            <a:xfrm>
              <a:off x="7584475" y="5955188"/>
              <a:ext cx="989472" cy="253916"/>
            </a:xfrm>
            <a:prstGeom prst="rect">
              <a:avLst/>
            </a:prstGeom>
            <a:noFill/>
          </p:spPr>
          <p:txBody>
            <a:bodyPr wrap="square" rtlCol="0">
              <a:spAutoFit/>
            </a:bodyPr>
            <a:lstStyle/>
            <a:p>
              <a:pPr algn="ctr"/>
              <a:r>
                <a:rPr lang="en-US" sz="1000" dirty="0">
                  <a:latin typeface="Tajawal" panose="00000500000000000000" pitchFamily="2" charset="-78"/>
                  <a:cs typeface="Tajawal" panose="00000500000000000000" pitchFamily="2" charset="-78"/>
                </a:rPr>
                <a:t>2 &lt; Delay % &lt;</a:t>
              </a:r>
              <a:r>
                <a:rPr lang="ar-LB" sz="1000" dirty="0">
                  <a:latin typeface="Tajawal" panose="00000500000000000000" pitchFamily="2" charset="-78"/>
                  <a:cs typeface="Tajawal" panose="00000500000000000000" pitchFamily="2" charset="-78"/>
                </a:rPr>
                <a:t>5</a:t>
              </a:r>
              <a:endParaRPr lang="en-US" sz="1000" dirty="0">
                <a:latin typeface="Tajawal" panose="00000500000000000000" pitchFamily="2" charset="-78"/>
                <a:cs typeface="Tajawal" panose="00000500000000000000" pitchFamily="2" charset="-78"/>
              </a:endParaRPr>
            </a:p>
          </p:txBody>
        </p:sp>
        <p:sp>
          <p:nvSpPr>
            <p:cNvPr id="14" name="TextBox 13">
              <a:extLst>
                <a:ext uri="{FF2B5EF4-FFF2-40B4-BE49-F238E27FC236}">
                  <a16:creationId xmlns:a16="http://schemas.microsoft.com/office/drawing/2014/main" id="{77580D49-A0DC-E2E0-C976-CA7D903A342D}"/>
                </a:ext>
              </a:extLst>
            </p:cNvPr>
            <p:cNvSpPr txBox="1"/>
            <p:nvPr/>
          </p:nvSpPr>
          <p:spPr>
            <a:xfrm>
              <a:off x="6662013" y="5955188"/>
              <a:ext cx="835473" cy="253916"/>
            </a:xfrm>
            <a:prstGeom prst="rect">
              <a:avLst/>
            </a:prstGeom>
            <a:noFill/>
          </p:spPr>
          <p:txBody>
            <a:bodyPr wrap="square" rtlCol="0">
              <a:spAutoFit/>
            </a:bodyPr>
            <a:lstStyle/>
            <a:p>
              <a:pPr algn="ctr"/>
              <a:r>
                <a:rPr lang="en-US" sz="1000" dirty="0">
                  <a:latin typeface="Tajawal" panose="00000500000000000000" pitchFamily="2" charset="-78"/>
                  <a:cs typeface="Tajawal" panose="00000500000000000000" pitchFamily="2" charset="-78"/>
                </a:rPr>
                <a:t>Delay % &gt; </a:t>
              </a:r>
              <a:r>
                <a:rPr lang="ar-LB" sz="1000" dirty="0">
                  <a:latin typeface="Tajawal" panose="00000500000000000000" pitchFamily="2" charset="-78"/>
                  <a:cs typeface="Tajawal" panose="00000500000000000000" pitchFamily="2" charset="-78"/>
                </a:rPr>
                <a:t>5</a:t>
              </a:r>
              <a:endParaRPr lang="en-US" sz="1000" dirty="0">
                <a:latin typeface="Tajawal" panose="00000500000000000000" pitchFamily="2" charset="-78"/>
                <a:cs typeface="Tajawal" panose="00000500000000000000" pitchFamily="2" charset="-78"/>
              </a:endParaRPr>
            </a:p>
          </p:txBody>
        </p:sp>
        <p:sp>
          <p:nvSpPr>
            <p:cNvPr id="15" name="TextBox 14">
              <a:extLst>
                <a:ext uri="{FF2B5EF4-FFF2-40B4-BE49-F238E27FC236}">
                  <a16:creationId xmlns:a16="http://schemas.microsoft.com/office/drawing/2014/main" id="{E6D62BA5-7153-9F9C-8CBE-94F1202ADBF0}"/>
                </a:ext>
              </a:extLst>
            </p:cNvPr>
            <p:cNvSpPr txBox="1"/>
            <p:nvPr/>
          </p:nvSpPr>
          <p:spPr>
            <a:xfrm>
              <a:off x="8586629" y="5955188"/>
              <a:ext cx="989472" cy="246221"/>
            </a:xfrm>
            <a:prstGeom prst="rect">
              <a:avLst/>
            </a:prstGeom>
            <a:noFill/>
          </p:spPr>
          <p:txBody>
            <a:bodyPr wrap="square" rtlCol="0">
              <a:spAutoFit/>
            </a:bodyPr>
            <a:lstStyle/>
            <a:p>
              <a:pPr algn="ctr"/>
              <a:r>
                <a:rPr lang="en-US" sz="1000" dirty="0">
                  <a:latin typeface="Tajawal" panose="00000500000000000000" pitchFamily="2" charset="-78"/>
                  <a:cs typeface="Tajawal" panose="00000500000000000000" pitchFamily="2" charset="-78"/>
                </a:rPr>
                <a:t>2 &gt; Delay % = 0</a:t>
              </a:r>
            </a:p>
          </p:txBody>
        </p:sp>
        <p:sp>
          <p:nvSpPr>
            <p:cNvPr id="16" name="Rectangle 15">
              <a:extLst>
                <a:ext uri="{FF2B5EF4-FFF2-40B4-BE49-F238E27FC236}">
                  <a16:creationId xmlns:a16="http://schemas.microsoft.com/office/drawing/2014/main" id="{D6C90F66-3A39-8ED2-27C5-0FAB2C787283}"/>
                </a:ext>
              </a:extLst>
            </p:cNvPr>
            <p:cNvSpPr/>
            <p:nvPr/>
          </p:nvSpPr>
          <p:spPr>
            <a:xfrm>
              <a:off x="11320239" y="5860590"/>
              <a:ext cx="774814" cy="170188"/>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lnSpc>
                  <a:spcPct val="85000"/>
                </a:lnSpc>
                <a:spcAft>
                  <a:spcPts val="600"/>
                </a:spcAft>
                <a:buClr>
                  <a:srgbClr val="FFE600"/>
                </a:buClr>
                <a:buSzPct val="70000"/>
              </a:pPr>
              <a:r>
                <a:rPr lang="ar-SA" sz="1050" b="1" dirty="0">
                  <a:solidFill>
                    <a:schemeClr val="tx1"/>
                  </a:solidFill>
                  <a:latin typeface="Tajawal" panose="00000500000000000000" pitchFamily="2" charset="-78"/>
                  <a:cs typeface="Tajawal" panose="00000500000000000000" pitchFamily="2" charset="-78"/>
                </a:rPr>
                <a:t>الدليل</a:t>
              </a:r>
              <a:r>
                <a:rPr lang="ar-LB" sz="1050" b="1" dirty="0">
                  <a:solidFill>
                    <a:schemeClr val="tx1"/>
                  </a:solidFill>
                  <a:latin typeface="Tajawal" panose="00000500000000000000" pitchFamily="2" charset="-78"/>
                  <a:cs typeface="Tajawal" panose="00000500000000000000" pitchFamily="2" charset="-78"/>
                </a:rPr>
                <a:t> </a:t>
              </a:r>
              <a:endParaRPr lang="en-US" sz="1050" b="1" dirty="0">
                <a:solidFill>
                  <a:schemeClr val="tx1"/>
                </a:solidFill>
                <a:latin typeface="Tajawal" panose="00000500000000000000" pitchFamily="2" charset="-78"/>
                <a:cs typeface="Tajawal" panose="00000500000000000000" pitchFamily="2" charset="-78"/>
              </a:endParaRPr>
            </a:p>
          </p:txBody>
        </p:sp>
        <p:sp>
          <p:nvSpPr>
            <p:cNvPr id="17" name="Rectangle 16">
              <a:extLst>
                <a:ext uri="{FF2B5EF4-FFF2-40B4-BE49-F238E27FC236}">
                  <a16:creationId xmlns:a16="http://schemas.microsoft.com/office/drawing/2014/main" id="{F44F1A97-243A-518E-60ED-14A70790EDFB}"/>
                </a:ext>
              </a:extLst>
            </p:cNvPr>
            <p:cNvSpPr/>
            <p:nvPr/>
          </p:nvSpPr>
          <p:spPr>
            <a:xfrm>
              <a:off x="10455348" y="5849502"/>
              <a:ext cx="796992" cy="161134"/>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1050" dirty="0">
                  <a:latin typeface="Tajawal" panose="00000500000000000000" pitchFamily="2" charset="-78"/>
                  <a:cs typeface="Tajawal" panose="00000500000000000000" pitchFamily="2" charset="-78"/>
                </a:rPr>
                <a:t>لم تبدأ</a:t>
              </a:r>
              <a:endParaRPr lang="en-US" sz="1050" dirty="0">
                <a:latin typeface="Tajawal" panose="00000500000000000000" pitchFamily="2" charset="-78"/>
                <a:cs typeface="Tajawal" panose="00000500000000000000" pitchFamily="2" charset="-78"/>
              </a:endParaRPr>
            </a:p>
          </p:txBody>
        </p:sp>
      </p:grpSp>
      <p:sp>
        <p:nvSpPr>
          <p:cNvPr id="3" name="Oval 2">
            <a:extLst>
              <a:ext uri="{FF2B5EF4-FFF2-40B4-BE49-F238E27FC236}">
                <a16:creationId xmlns:a16="http://schemas.microsoft.com/office/drawing/2014/main" id="{9C68C2E7-E0E4-FD3C-5F97-484D58AACCE0}"/>
              </a:ext>
            </a:extLst>
          </p:cNvPr>
          <p:cNvSpPr/>
          <p:nvPr/>
        </p:nvSpPr>
        <p:spPr>
          <a:xfrm>
            <a:off x="8504958" y="2532815"/>
            <a:ext cx="182880" cy="182880"/>
          </a:xfrm>
          <a:prstGeom prst="ellipse">
            <a:avLst/>
          </a:prstGeom>
          <a:solidFill>
            <a:srgbClr val="00AB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4" name="Oval 3">
            <a:extLst>
              <a:ext uri="{FF2B5EF4-FFF2-40B4-BE49-F238E27FC236}">
                <a16:creationId xmlns:a16="http://schemas.microsoft.com/office/drawing/2014/main" id="{2B0E5C9D-2D29-9354-2D93-A640AA4D65B7}"/>
              </a:ext>
            </a:extLst>
          </p:cNvPr>
          <p:cNvSpPr/>
          <p:nvPr/>
        </p:nvSpPr>
        <p:spPr>
          <a:xfrm>
            <a:off x="8504958" y="3084416"/>
            <a:ext cx="182880" cy="182880"/>
          </a:xfrm>
          <a:prstGeom prst="ellipse">
            <a:avLst/>
          </a:prstGeom>
          <a:solidFill>
            <a:srgbClr val="00AB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5" name="Oval 4">
            <a:extLst>
              <a:ext uri="{FF2B5EF4-FFF2-40B4-BE49-F238E27FC236}">
                <a16:creationId xmlns:a16="http://schemas.microsoft.com/office/drawing/2014/main" id="{12B37840-7DD7-3ACD-7BAA-463CF25AD39B}"/>
              </a:ext>
            </a:extLst>
          </p:cNvPr>
          <p:cNvSpPr/>
          <p:nvPr/>
        </p:nvSpPr>
        <p:spPr>
          <a:xfrm>
            <a:off x="8504958" y="3693226"/>
            <a:ext cx="182880" cy="182880"/>
          </a:xfrm>
          <a:prstGeom prst="ellipse">
            <a:avLst/>
          </a:prstGeom>
          <a:solidFill>
            <a:srgbClr val="00AB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9" name="Oval 18">
            <a:extLst>
              <a:ext uri="{FF2B5EF4-FFF2-40B4-BE49-F238E27FC236}">
                <a16:creationId xmlns:a16="http://schemas.microsoft.com/office/drawing/2014/main" id="{F8184CDE-1077-39C5-7D66-DA741B3E1ACC}"/>
              </a:ext>
            </a:extLst>
          </p:cNvPr>
          <p:cNvSpPr/>
          <p:nvPr/>
        </p:nvSpPr>
        <p:spPr>
          <a:xfrm>
            <a:off x="8493510" y="4212379"/>
            <a:ext cx="182880" cy="18288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0" name="Oval 19">
            <a:extLst>
              <a:ext uri="{FF2B5EF4-FFF2-40B4-BE49-F238E27FC236}">
                <a16:creationId xmlns:a16="http://schemas.microsoft.com/office/drawing/2014/main" id="{E787BB2B-6B36-008D-11EB-9B7CF814CFB7}"/>
              </a:ext>
            </a:extLst>
          </p:cNvPr>
          <p:cNvSpPr/>
          <p:nvPr/>
        </p:nvSpPr>
        <p:spPr>
          <a:xfrm>
            <a:off x="8504958" y="4746694"/>
            <a:ext cx="182880" cy="18288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1" name="Oval 20">
            <a:extLst>
              <a:ext uri="{FF2B5EF4-FFF2-40B4-BE49-F238E27FC236}">
                <a16:creationId xmlns:a16="http://schemas.microsoft.com/office/drawing/2014/main" id="{2DCEA5AC-A28F-EF39-9A44-42CA043BE849}"/>
              </a:ext>
            </a:extLst>
          </p:cNvPr>
          <p:cNvSpPr/>
          <p:nvPr/>
        </p:nvSpPr>
        <p:spPr>
          <a:xfrm>
            <a:off x="8504958" y="5182023"/>
            <a:ext cx="182880" cy="18288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FF0000"/>
              </a:solidFill>
            </a:endParaRPr>
          </a:p>
        </p:txBody>
      </p:sp>
      <p:sp>
        <p:nvSpPr>
          <p:cNvPr id="22" name="TextBox 21">
            <a:extLst>
              <a:ext uri="{FF2B5EF4-FFF2-40B4-BE49-F238E27FC236}">
                <a16:creationId xmlns:a16="http://schemas.microsoft.com/office/drawing/2014/main" id="{1F3022E0-D319-7C97-E8E6-B68DA458D4A1}"/>
              </a:ext>
            </a:extLst>
          </p:cNvPr>
          <p:cNvSpPr txBox="1"/>
          <p:nvPr/>
        </p:nvSpPr>
        <p:spPr>
          <a:xfrm>
            <a:off x="1309255" y="5775667"/>
            <a:ext cx="3730336" cy="369332"/>
          </a:xfrm>
          <a:prstGeom prst="rect">
            <a:avLst/>
          </a:prstGeom>
          <a:noFill/>
        </p:spPr>
        <p:txBody>
          <a:bodyPr wrap="square" rtlCol="0">
            <a:spAutoFit/>
          </a:bodyPr>
          <a:lstStyle/>
          <a:p>
            <a:pPr algn="r" rtl="1"/>
            <a:r>
              <a:rPr lang="ar-SA" dirty="0"/>
              <a:t>* تشير إلى المعالم الرئيسية المرتبطة </a:t>
            </a:r>
            <a:endParaRPr lang="en-US" dirty="0"/>
          </a:p>
        </p:txBody>
      </p:sp>
      <p:sp>
        <p:nvSpPr>
          <p:cNvPr id="18" name="Text Placeholder 1">
            <a:extLst>
              <a:ext uri="{FF2B5EF4-FFF2-40B4-BE49-F238E27FC236}">
                <a16:creationId xmlns:a16="http://schemas.microsoft.com/office/drawing/2014/main" id="{1FF687B3-B599-6945-71E9-2641C924580A}"/>
              </a:ext>
            </a:extLst>
          </p:cNvPr>
          <p:cNvSpPr txBox="1">
            <a:spLocks/>
          </p:cNvSpPr>
          <p:nvPr/>
        </p:nvSpPr>
        <p:spPr>
          <a:xfrm>
            <a:off x="4476894" y="470647"/>
            <a:ext cx="3931947" cy="418264"/>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ar-SA" b="1" dirty="0">
                <a:latin typeface="Tajawal" panose="00000500000000000000" pitchFamily="2" charset="-78"/>
                <a:cs typeface="Tajawal" panose="00000500000000000000" pitchFamily="2" charset="-78"/>
              </a:rPr>
              <a:t>ملخص تنفيذي</a:t>
            </a:r>
            <a:endParaRPr lang="en-US" b="1" dirty="0">
              <a:latin typeface="Tajawal" panose="00000500000000000000" pitchFamily="2" charset="-78"/>
              <a:cs typeface="Tajawal" panose="00000500000000000000" pitchFamily="2" charset="-78"/>
            </a:endParaRPr>
          </a:p>
        </p:txBody>
      </p:sp>
    </p:spTree>
    <p:extLst>
      <p:ext uri="{BB962C8B-B14F-4D97-AF65-F5344CB8AC3E}">
        <p14:creationId xmlns:p14="http://schemas.microsoft.com/office/powerpoint/2010/main" val="261113072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0C1FA-38B4-A956-AD16-DF7F2F291ACC}"/>
            </a:ext>
          </a:extLst>
        </p:cNvPr>
        <p:cNvGrpSpPr/>
        <p:nvPr/>
      </p:nvGrpSpPr>
      <p:grpSpPr>
        <a:xfrm>
          <a:off x="0" y="0"/>
          <a:ext cx="0" cy="0"/>
          <a:chOff x="0" y="0"/>
          <a:chExt cx="0" cy="0"/>
        </a:xfrm>
      </p:grpSpPr>
      <p:sp>
        <p:nvSpPr>
          <p:cNvPr id="46" name="Rectangle 42">
            <a:extLst>
              <a:ext uri="{FF2B5EF4-FFF2-40B4-BE49-F238E27FC236}">
                <a16:creationId xmlns:a16="http://schemas.microsoft.com/office/drawing/2014/main" id="{FDC43971-ACB5-7A52-165F-D7A71723D3B7}"/>
              </a:ext>
            </a:extLst>
          </p:cNvPr>
          <p:cNvSpPr>
            <a:spLocks noChangeArrowheads="1"/>
          </p:cNvSpPr>
          <p:nvPr/>
        </p:nvSpPr>
        <p:spPr bwMode="auto">
          <a:xfrm>
            <a:off x="-1275604" y="143792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7" name="Rectangle 58">
            <a:extLst>
              <a:ext uri="{FF2B5EF4-FFF2-40B4-BE49-F238E27FC236}">
                <a16:creationId xmlns:a16="http://schemas.microsoft.com/office/drawing/2014/main" id="{9B157E6D-AA5D-8821-ADA2-6FCC54B3A488}"/>
              </a:ext>
            </a:extLst>
          </p:cNvPr>
          <p:cNvSpPr>
            <a:spLocks noChangeArrowheads="1"/>
          </p:cNvSpPr>
          <p:nvPr/>
        </p:nvSpPr>
        <p:spPr bwMode="auto">
          <a:xfrm>
            <a:off x="0" y="47064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 name="Table 1">
            <a:extLst>
              <a:ext uri="{FF2B5EF4-FFF2-40B4-BE49-F238E27FC236}">
                <a16:creationId xmlns:a16="http://schemas.microsoft.com/office/drawing/2014/main" id="{D2C8CC79-370A-7D70-D43A-469099728B68}"/>
              </a:ext>
            </a:extLst>
          </p:cNvPr>
          <p:cNvGraphicFramePr>
            <a:graphicFrameLocks noGrp="1"/>
          </p:cNvGraphicFramePr>
          <p:nvPr>
            <p:extLst>
              <p:ext uri="{D42A27DB-BD31-4B8C-83A1-F6EECF244321}">
                <p14:modId xmlns:p14="http://schemas.microsoft.com/office/powerpoint/2010/main" val="2507503213"/>
              </p:ext>
            </p:extLst>
          </p:nvPr>
        </p:nvGraphicFramePr>
        <p:xfrm>
          <a:off x="447395" y="1671730"/>
          <a:ext cx="11122883" cy="3312672"/>
        </p:xfrm>
        <a:graphic>
          <a:graphicData uri="http://schemas.openxmlformats.org/drawingml/2006/table">
            <a:tbl>
              <a:tblPr>
                <a:tableStyleId>{7DF18680-E054-41AD-8BC1-D1AEF772440D}</a:tableStyleId>
              </a:tblPr>
              <a:tblGrid>
                <a:gridCol w="1968838">
                  <a:extLst>
                    <a:ext uri="{9D8B030D-6E8A-4147-A177-3AD203B41FA5}">
                      <a16:colId xmlns:a16="http://schemas.microsoft.com/office/drawing/2014/main" val="440369287"/>
                    </a:ext>
                  </a:extLst>
                </a:gridCol>
                <a:gridCol w="626225">
                  <a:extLst>
                    <a:ext uri="{9D8B030D-6E8A-4147-A177-3AD203B41FA5}">
                      <a16:colId xmlns:a16="http://schemas.microsoft.com/office/drawing/2014/main" val="1766651830"/>
                    </a:ext>
                  </a:extLst>
                </a:gridCol>
                <a:gridCol w="753687">
                  <a:extLst>
                    <a:ext uri="{9D8B030D-6E8A-4147-A177-3AD203B41FA5}">
                      <a16:colId xmlns:a16="http://schemas.microsoft.com/office/drawing/2014/main" val="597392431"/>
                    </a:ext>
                  </a:extLst>
                </a:gridCol>
                <a:gridCol w="770313">
                  <a:extLst>
                    <a:ext uri="{9D8B030D-6E8A-4147-A177-3AD203B41FA5}">
                      <a16:colId xmlns:a16="http://schemas.microsoft.com/office/drawing/2014/main" val="1080070471"/>
                    </a:ext>
                  </a:extLst>
                </a:gridCol>
                <a:gridCol w="931026">
                  <a:extLst>
                    <a:ext uri="{9D8B030D-6E8A-4147-A177-3AD203B41FA5}">
                      <a16:colId xmlns:a16="http://schemas.microsoft.com/office/drawing/2014/main" val="53463299"/>
                    </a:ext>
                  </a:extLst>
                </a:gridCol>
                <a:gridCol w="903316">
                  <a:extLst>
                    <a:ext uri="{9D8B030D-6E8A-4147-A177-3AD203B41FA5}">
                      <a16:colId xmlns:a16="http://schemas.microsoft.com/office/drawing/2014/main" val="3091525918"/>
                    </a:ext>
                  </a:extLst>
                </a:gridCol>
                <a:gridCol w="964276">
                  <a:extLst>
                    <a:ext uri="{9D8B030D-6E8A-4147-A177-3AD203B41FA5}">
                      <a16:colId xmlns:a16="http://schemas.microsoft.com/office/drawing/2014/main" val="3287169623"/>
                    </a:ext>
                  </a:extLst>
                </a:gridCol>
                <a:gridCol w="953193">
                  <a:extLst>
                    <a:ext uri="{9D8B030D-6E8A-4147-A177-3AD203B41FA5}">
                      <a16:colId xmlns:a16="http://schemas.microsoft.com/office/drawing/2014/main" val="94745673"/>
                    </a:ext>
                  </a:extLst>
                </a:gridCol>
                <a:gridCol w="592975">
                  <a:extLst>
                    <a:ext uri="{9D8B030D-6E8A-4147-A177-3AD203B41FA5}">
                      <a16:colId xmlns:a16="http://schemas.microsoft.com/office/drawing/2014/main" val="3770179118"/>
                    </a:ext>
                  </a:extLst>
                </a:gridCol>
                <a:gridCol w="2303011">
                  <a:extLst>
                    <a:ext uri="{9D8B030D-6E8A-4147-A177-3AD203B41FA5}">
                      <a16:colId xmlns:a16="http://schemas.microsoft.com/office/drawing/2014/main" val="261331466"/>
                    </a:ext>
                  </a:extLst>
                </a:gridCol>
                <a:gridCol w="356023">
                  <a:extLst>
                    <a:ext uri="{9D8B030D-6E8A-4147-A177-3AD203B41FA5}">
                      <a16:colId xmlns:a16="http://schemas.microsoft.com/office/drawing/2014/main" val="3125799418"/>
                    </a:ext>
                  </a:extLst>
                </a:gridCol>
              </a:tblGrid>
              <a:tr h="272457">
                <a:tc>
                  <a:txBody>
                    <a:bodyPr/>
                    <a:lstStyle/>
                    <a:p>
                      <a:pPr algn="ctr" fontAlgn="base"/>
                      <a:r>
                        <a:rPr lang="ar-SA" sz="1200" b="1" kern="1200" dirty="0">
                          <a:solidFill>
                            <a:schemeClr val="bg1"/>
                          </a:solidFill>
                          <a:latin typeface="Sakkal Majalla" panose="02000000000000000000" pitchFamily="2" charset="-78"/>
                          <a:ea typeface="+mn-ea"/>
                          <a:cs typeface="Tajawal" panose="00000500000000000000"/>
                        </a:rPr>
                        <a:t>ملاحظات</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SA" sz="1200" b="1" kern="1200" dirty="0">
                          <a:solidFill>
                            <a:schemeClr val="bg1"/>
                          </a:solidFill>
                          <a:latin typeface="Sakkal Majalla" panose="02000000000000000000" pitchFamily="2" charset="-78"/>
                          <a:ea typeface="+mn-ea"/>
                          <a:cs typeface="Tajawal" panose="00000500000000000000"/>
                        </a:rPr>
                        <a:t>مؤشر التباين</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SA" sz="1200" b="1" kern="1200" dirty="0">
                          <a:solidFill>
                            <a:schemeClr val="bg1"/>
                          </a:solidFill>
                          <a:latin typeface="Sakkal Majalla" panose="02000000000000000000" pitchFamily="2" charset="-78"/>
                          <a:ea typeface="+mn-ea"/>
                          <a:cs typeface="Tajawal" panose="00000500000000000000"/>
                        </a:rPr>
                        <a:t>%الإنجاز الفعلي</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SA" sz="1200" b="1" kern="1200" dirty="0">
                          <a:solidFill>
                            <a:schemeClr val="bg1"/>
                          </a:solidFill>
                          <a:latin typeface="Sakkal Majalla" panose="02000000000000000000" pitchFamily="2" charset="-78"/>
                          <a:ea typeface="+mn-ea"/>
                          <a:cs typeface="Tajawal" panose="00000500000000000000"/>
                        </a:rPr>
                        <a:t>%الإنجاز المخطط</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marL="0" marR="0" lvl="0" indent="0" algn="ctr" defTabSz="914358" rtl="0" eaLnBrk="1" fontAlgn="base" latinLnBrk="0" hangingPunct="1">
                        <a:lnSpc>
                          <a:spcPct val="100000"/>
                        </a:lnSpc>
                        <a:spcBef>
                          <a:spcPts val="0"/>
                        </a:spcBef>
                        <a:spcAft>
                          <a:spcPts val="0"/>
                        </a:spcAft>
                        <a:buClrTx/>
                        <a:buSzTx/>
                        <a:buFontTx/>
                        <a:buNone/>
                        <a:tabLst/>
                        <a:defRPr/>
                      </a:pPr>
                      <a:r>
                        <a:rPr lang="ar-LB" sz="1200" b="1" kern="1200" dirty="0">
                          <a:solidFill>
                            <a:schemeClr val="bg1"/>
                          </a:solidFill>
                          <a:latin typeface="Sakkal Majalla" panose="02000000000000000000" pitchFamily="2" charset="-78"/>
                          <a:ea typeface="+mn-ea"/>
                          <a:cs typeface="Tajawal" panose="00000500000000000000"/>
                        </a:rPr>
                        <a:t>التاريخ الفعلي للانتهاء</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LB" sz="1200" b="1" kern="1200" dirty="0">
                          <a:solidFill>
                            <a:schemeClr val="bg1"/>
                          </a:solidFill>
                          <a:latin typeface="Sakkal Majalla" panose="02000000000000000000" pitchFamily="2" charset="-78"/>
                          <a:ea typeface="+mn-ea"/>
                          <a:cs typeface="Tajawal" panose="00000500000000000000"/>
                        </a:rPr>
                        <a:t>التاريخ الفعلي للبدء</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LB" sz="1200" b="1" kern="1200" dirty="0">
                          <a:solidFill>
                            <a:schemeClr val="bg1"/>
                          </a:solidFill>
                          <a:latin typeface="Sakkal Majalla" panose="02000000000000000000" pitchFamily="2" charset="-78"/>
                          <a:ea typeface="+mn-ea"/>
                          <a:cs typeface="Tajawal" panose="00000500000000000000"/>
                        </a:rPr>
                        <a:t>التاريخ المخطط لل</a:t>
                      </a:r>
                      <a:r>
                        <a:rPr lang="ar-SA" sz="1200" b="1" kern="1200" dirty="0">
                          <a:solidFill>
                            <a:schemeClr val="bg1"/>
                          </a:solidFill>
                          <a:latin typeface="Sakkal Majalla" panose="02000000000000000000" pitchFamily="2" charset="-78"/>
                          <a:ea typeface="+mn-ea"/>
                          <a:cs typeface="Tajawal" panose="00000500000000000000"/>
                        </a:rPr>
                        <a:t>ا</a:t>
                      </a:r>
                      <a:r>
                        <a:rPr lang="ar-LB" sz="1200" b="1" kern="1200" dirty="0">
                          <a:solidFill>
                            <a:schemeClr val="bg1"/>
                          </a:solidFill>
                          <a:latin typeface="Sakkal Majalla" panose="02000000000000000000" pitchFamily="2" charset="-78"/>
                          <a:ea typeface="+mn-ea"/>
                          <a:cs typeface="Tajawal" panose="00000500000000000000"/>
                        </a:rPr>
                        <a:t>نتهاء </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LB" sz="1200" b="1" kern="1200" dirty="0">
                          <a:solidFill>
                            <a:schemeClr val="bg1"/>
                          </a:solidFill>
                          <a:latin typeface="Sakkal Majalla" panose="02000000000000000000" pitchFamily="2" charset="-78"/>
                          <a:ea typeface="+mn-ea"/>
                          <a:cs typeface="Tajawal" panose="00000500000000000000"/>
                        </a:rPr>
                        <a:t>التاريخ المخطط للبدء</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LB" sz="1200" b="1" kern="1200" dirty="0">
                          <a:solidFill>
                            <a:schemeClr val="bg1"/>
                          </a:solidFill>
                          <a:latin typeface="Sakkal Majalla" panose="02000000000000000000" pitchFamily="2" charset="-78"/>
                          <a:ea typeface="+mn-ea"/>
                          <a:cs typeface="Tajawal" panose="00000500000000000000"/>
                        </a:rPr>
                        <a:t>الحالة</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marL="0" marR="0" lvl="0" indent="0" algn="ctr" defTabSz="914358" rtl="0" eaLnBrk="1" fontAlgn="base" latinLnBrk="0" hangingPunct="1">
                        <a:lnSpc>
                          <a:spcPct val="100000"/>
                        </a:lnSpc>
                        <a:spcBef>
                          <a:spcPts val="0"/>
                        </a:spcBef>
                        <a:spcAft>
                          <a:spcPts val="0"/>
                        </a:spcAft>
                        <a:buClrTx/>
                        <a:buSzTx/>
                        <a:buFontTx/>
                        <a:buNone/>
                        <a:tabLst/>
                        <a:defRPr/>
                      </a:pPr>
                      <a:r>
                        <a:rPr lang="ar-SA" sz="1200" b="1" kern="1200" dirty="0">
                          <a:solidFill>
                            <a:schemeClr val="bg1"/>
                          </a:solidFill>
                          <a:latin typeface="Sakkal Majalla" panose="02000000000000000000" pitchFamily="2" charset="-78"/>
                          <a:ea typeface="+mn-ea"/>
                          <a:cs typeface="Tajawal" panose="00000500000000000000"/>
                        </a:rPr>
                        <a:t>الشرح</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en-US" sz="1200" b="1" kern="1200" dirty="0">
                          <a:solidFill>
                            <a:schemeClr val="bg1"/>
                          </a:solidFill>
                          <a:latin typeface="Sakkal Majalla" panose="02000000000000000000" pitchFamily="2" charset="-78"/>
                          <a:ea typeface="+mn-ea"/>
                          <a:cs typeface="Tajawal" panose="00000500000000000000"/>
                        </a:rPr>
                        <a:t>#</a:t>
                      </a:r>
                    </a:p>
                  </a:txBody>
                  <a:tcPr anchor="ctr">
                    <a:solidFill>
                      <a:srgbClr val="234C5A"/>
                    </a:solidFill>
                  </a:tcPr>
                </a:tc>
                <a:extLst>
                  <a:ext uri="{0D108BD9-81ED-4DB2-BD59-A6C34878D82A}">
                    <a16:rowId xmlns:a16="http://schemas.microsoft.com/office/drawing/2014/main" val="370201215"/>
                  </a:ext>
                </a:extLst>
              </a:tr>
              <a:tr h="381943">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3</a:t>
                      </a:r>
                      <a:r>
                        <a:rPr kumimoji="0" lang="ar-LB"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6</a:t>
                      </a: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64%</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prstClr val="black"/>
                          </a:solidFill>
                          <a:effectLst/>
                          <a:uLnTx/>
                          <a:uFillTx/>
                          <a:latin typeface="Tajawal" panose="00000500000000000000" pitchFamily="2" charset="-78"/>
                          <a:ea typeface="+mn-ea"/>
                          <a:cs typeface="Tajawal" panose="00000500000000000000" pitchFamily="2" charset="-78"/>
                        </a:rPr>
                        <a:t>-</a:t>
                      </a: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30/03/2026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21/01/2026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lang="en-US" sz="1150" b="0" kern="1200" noProof="0" dirty="0">
                        <a:solidFill>
                          <a:schemeClr val="tx1"/>
                        </a:solidFill>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150" b="0" i="0" kern="1200" dirty="0">
                          <a:solidFill>
                            <a:schemeClr val="tx1"/>
                          </a:solidFill>
                          <a:effectLst/>
                          <a:latin typeface="Sakkal Majalla" panose="02000000000000000000" pitchFamily="2" charset="-78"/>
                          <a:ea typeface="+mn-ea"/>
                          <a:cs typeface="Tajawal" panose="00000500000000000000"/>
                        </a:rPr>
                        <a:t>تطوير</a:t>
                      </a:r>
                      <a:r>
                        <a:rPr lang="ar-LB" sz="1150" b="0" i="0" kern="1200" dirty="0">
                          <a:solidFill>
                            <a:schemeClr val="tx1"/>
                          </a:solidFill>
                          <a:effectLst/>
                          <a:latin typeface="Sakkal Majalla" panose="02000000000000000000" pitchFamily="2" charset="-78"/>
                          <a:ea typeface="+mn-ea"/>
                          <a:cs typeface="Tajawal" panose="00000500000000000000"/>
                        </a:rPr>
                        <a:t> نظام إجراءات نزلاء السجون</a:t>
                      </a:r>
                      <a:r>
                        <a:rPr lang="ar-SA" sz="1150" b="0" i="0" kern="1200" dirty="0">
                          <a:solidFill>
                            <a:schemeClr val="tx1"/>
                          </a:solidFill>
                          <a:effectLst/>
                          <a:latin typeface="Sakkal Majalla" panose="02000000000000000000" pitchFamily="2" charset="-78"/>
                          <a:ea typeface="+mn-ea"/>
                          <a:cs typeface="Tajawal" panose="00000500000000000000"/>
                        </a:rPr>
                        <a:t> (</a:t>
                      </a:r>
                      <a:r>
                        <a:rPr lang="en-US" sz="1150" b="0" i="0" kern="1200" dirty="0">
                          <a:solidFill>
                            <a:schemeClr val="tx1"/>
                          </a:solidFill>
                          <a:effectLst/>
                          <a:latin typeface="Sakkal Majalla" panose="02000000000000000000" pitchFamily="2" charset="-78"/>
                          <a:ea typeface="+mn-ea"/>
                          <a:cs typeface="Tajawal" panose="00000500000000000000"/>
                        </a:rPr>
                        <a:t>MVP</a:t>
                      </a:r>
                      <a:r>
                        <a:rPr lang="ar-SA" sz="1150" b="0" i="0" kern="1200" dirty="0">
                          <a:solidFill>
                            <a:schemeClr val="tx1"/>
                          </a:solidFill>
                          <a:effectLst/>
                          <a:latin typeface="Sakkal Majalla" panose="02000000000000000000" pitchFamily="2" charset="-78"/>
                          <a:ea typeface="+mn-ea"/>
                          <a:cs typeface="Tajawal" panose="00000500000000000000"/>
                        </a:rPr>
                        <a:t>)</a:t>
                      </a:r>
                      <a:endParaRPr lang="en-US" sz="1150" b="0" i="0" kern="1200" dirty="0">
                        <a:solidFill>
                          <a:schemeClr val="tx1"/>
                        </a:solidFill>
                        <a:effectLst/>
                        <a:latin typeface="Sakkal Majalla" panose="02000000000000000000" pitchFamily="2" charset="-78"/>
                        <a:ea typeface="+mn-ea"/>
                        <a:cs typeface="Tajawal" panose="00000500000000000000"/>
                        <a:sym typeface="Cairo" pitchFamily="2" charset="-78"/>
                      </a:endParaRPr>
                    </a:p>
                  </a:txBody>
                  <a:tcPr marL="45720" marR="45720" anchor="ctr">
                    <a:solidFill>
                      <a:srgbClr val="F2F2F2"/>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Sakkal Majalla" panose="02000000000000000000" pitchFamily="2" charset="-78"/>
                          <a:ea typeface="+mn-ea"/>
                          <a:cs typeface="Sakkal Majalla" panose="02000000000000000000" pitchFamily="2" charset="-78"/>
                        </a:rPr>
                        <a:t>7</a:t>
                      </a:r>
                    </a:p>
                  </a:txBody>
                  <a:tcPr anchor="ctr">
                    <a:solidFill>
                      <a:srgbClr val="F2F2F2"/>
                    </a:solidFill>
                  </a:tcPr>
                </a:tc>
                <a:extLst>
                  <a:ext uri="{0D108BD9-81ED-4DB2-BD59-A6C34878D82A}">
                    <a16:rowId xmlns:a16="http://schemas.microsoft.com/office/drawing/2014/main" val="609534618"/>
                  </a:ext>
                </a:extLst>
              </a:tr>
              <a:tr h="549154">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prstClr val="black"/>
                          </a:solidFill>
                          <a:effectLst/>
                          <a:uLnTx/>
                          <a:uFillTx/>
                          <a:latin typeface="Tajawal" panose="00000500000000000000" pitchFamily="2" charset="-78"/>
                          <a:ea typeface="+mn-ea"/>
                          <a:cs typeface="Tajawal" panose="00000500000000000000" pitchFamily="2" charset="-78"/>
                        </a:rPr>
                        <a:t>-</a:t>
                      </a: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21/10/2026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21/04/2026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lang="en-US" sz="1150" b="0" kern="1200" noProof="0" dirty="0">
                        <a:solidFill>
                          <a:schemeClr val="tx1"/>
                        </a:solidFill>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150" b="0" i="0" kern="1200" dirty="0">
                          <a:solidFill>
                            <a:schemeClr val="tx1"/>
                          </a:solidFill>
                          <a:effectLst/>
                          <a:latin typeface="Sakkal Majalla" panose="02000000000000000000" pitchFamily="2" charset="-78"/>
                          <a:ea typeface="+mn-ea"/>
                          <a:cs typeface="Tajawal" panose="00000500000000000000"/>
                        </a:rPr>
                        <a:t>تطوير</a:t>
                      </a:r>
                      <a:r>
                        <a:rPr lang="ar-LB" sz="1150" b="0" i="0" kern="1200" dirty="0">
                          <a:solidFill>
                            <a:schemeClr val="tx1"/>
                          </a:solidFill>
                          <a:effectLst/>
                          <a:latin typeface="Sakkal Majalla" panose="02000000000000000000" pitchFamily="2" charset="-78"/>
                          <a:ea typeface="+mn-ea"/>
                          <a:cs typeface="Tajawal" panose="00000500000000000000"/>
                        </a:rPr>
                        <a:t> نظام إجراءات نزلاء السجون</a:t>
                      </a:r>
                      <a:r>
                        <a:rPr lang="ar-SA" sz="1150" b="0" i="0" kern="1200" dirty="0">
                          <a:solidFill>
                            <a:schemeClr val="tx1"/>
                          </a:solidFill>
                          <a:effectLst/>
                          <a:latin typeface="Sakkal Majalla" panose="02000000000000000000" pitchFamily="2" charset="-78"/>
                          <a:ea typeface="+mn-ea"/>
                          <a:cs typeface="Tajawal" panose="00000500000000000000"/>
                        </a:rPr>
                        <a:t> (</a:t>
                      </a:r>
                      <a:r>
                        <a:rPr lang="en-US" sz="1150" b="0" i="0" kern="1200" dirty="0">
                          <a:solidFill>
                            <a:schemeClr val="tx1"/>
                          </a:solidFill>
                          <a:effectLst/>
                          <a:latin typeface="Sakkal Majalla" panose="02000000000000000000" pitchFamily="2" charset="-78"/>
                          <a:ea typeface="+mn-ea"/>
                          <a:cs typeface="Tajawal" panose="00000500000000000000"/>
                        </a:rPr>
                        <a:t>Full Scope</a:t>
                      </a:r>
                      <a:r>
                        <a:rPr lang="ar-SA" sz="1150" b="0" i="0" kern="1200" dirty="0">
                          <a:solidFill>
                            <a:schemeClr val="tx1"/>
                          </a:solidFill>
                          <a:effectLst/>
                          <a:latin typeface="Sakkal Majalla" panose="02000000000000000000" pitchFamily="2" charset="-78"/>
                          <a:ea typeface="+mn-ea"/>
                          <a:cs typeface="Tajawal" panose="00000500000000000000"/>
                        </a:rPr>
                        <a:t>)</a:t>
                      </a:r>
                      <a:endParaRPr lang="en-US" sz="1150" b="0" i="0" kern="1200" dirty="0">
                        <a:solidFill>
                          <a:schemeClr val="tx1"/>
                        </a:solidFill>
                        <a:effectLst/>
                        <a:latin typeface="Sakkal Majalla" panose="02000000000000000000" pitchFamily="2" charset="-78"/>
                        <a:ea typeface="+mn-ea"/>
                        <a:cs typeface="Tajawal" panose="00000500000000000000"/>
                        <a:sym typeface="Cairo" pitchFamily="2" charset="-78"/>
                      </a:endParaRPr>
                    </a:p>
                  </a:txBody>
                  <a:tcPr marL="45720" marR="45720" anchor="ctr">
                    <a:solidFill>
                      <a:srgbClr val="F2F2F2"/>
                    </a:solidFill>
                  </a:tcPr>
                </a:tc>
                <a:tc>
                  <a:txBody>
                    <a:bodyPr/>
                    <a:lstStyle/>
                    <a:p>
                      <a:pPr marL="0" algn="ctr" rtl="0" eaLnBrk="1" fontAlgn="base" latinLnBrk="0" hangingPunct="1"/>
                      <a:r>
                        <a:rPr lang="en-US" sz="1200" b="1" i="0" kern="1200" dirty="0">
                          <a:solidFill>
                            <a:schemeClr val="tx1"/>
                          </a:solidFill>
                          <a:effectLst/>
                          <a:latin typeface="Sakkal Majalla" panose="02000000000000000000" pitchFamily="2" charset="-78"/>
                          <a:ea typeface="+mn-ea"/>
                          <a:cs typeface="Sakkal Majalla" panose="02000000000000000000" pitchFamily="2" charset="-78"/>
                        </a:rPr>
                        <a:t>8</a:t>
                      </a:r>
                    </a:p>
                  </a:txBody>
                  <a:tcPr anchor="ctr">
                    <a:solidFill>
                      <a:srgbClr val="F2F2F2"/>
                    </a:solidFill>
                  </a:tcPr>
                </a:tc>
                <a:extLst>
                  <a:ext uri="{0D108BD9-81ED-4DB2-BD59-A6C34878D82A}">
                    <a16:rowId xmlns:a16="http://schemas.microsoft.com/office/drawing/2014/main" val="2391180014"/>
                  </a:ext>
                </a:extLst>
              </a:tr>
              <a:tr h="380997">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تاريخ بداية أعمال الربط غير دقيق ويعتمد على تحديد نطاق المرحلة الأولى</a:t>
                      </a: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prstClr val="black"/>
                          </a:solidFill>
                          <a:effectLst/>
                          <a:uLnTx/>
                          <a:uFillTx/>
                          <a:latin typeface="Tajawal" panose="00000500000000000000" pitchFamily="2" charset="-78"/>
                          <a:ea typeface="+mn-ea"/>
                          <a:cs typeface="Tajawal" panose="00000500000000000000" pitchFamily="2" charset="-78"/>
                        </a:rPr>
                        <a:t>-</a:t>
                      </a: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21/10/2026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15/09/2026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lang="en-US" sz="1150" b="0" kern="1200" noProof="0" dirty="0">
                        <a:solidFill>
                          <a:schemeClr val="tx1"/>
                        </a:solidFill>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r" defTabSz="914400" rtl="1" eaLnBrk="1" fontAlgn="base" latinLnBrk="0" hangingPunct="1">
                        <a:lnSpc>
                          <a:spcPct val="100000"/>
                        </a:lnSpc>
                        <a:spcBef>
                          <a:spcPts val="0"/>
                        </a:spcBef>
                        <a:spcAft>
                          <a:spcPts val="0"/>
                        </a:spcAft>
                        <a:buClrTx/>
                        <a:buSzTx/>
                        <a:buFontTx/>
                        <a:buNone/>
                        <a:tabLst/>
                        <a:defRPr/>
                      </a:pPr>
                      <a:r>
                        <a:rPr lang="ar-SA" sz="1150" b="0" i="0" kern="1200" dirty="0">
                          <a:solidFill>
                            <a:schemeClr val="tx1"/>
                          </a:solidFill>
                          <a:effectLst/>
                          <a:latin typeface="Sakkal Majalla" panose="02000000000000000000" pitchFamily="2" charset="-78"/>
                          <a:ea typeface="+mn-ea"/>
                          <a:cs typeface="Tajawal" panose="00000500000000000000"/>
                        </a:rPr>
                        <a:t>الانتهاء من ربط نظام إجراءات نزلاء السجون مع الجهات داخل وزارة الداخلية (عدد 6 جهات)*</a:t>
                      </a:r>
                      <a:endParaRPr lang="en-US" sz="1150" b="0" i="0" kern="1200" dirty="0">
                        <a:solidFill>
                          <a:schemeClr val="tx1"/>
                        </a:solidFill>
                        <a:effectLst/>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Sakkal Majalla" panose="02000000000000000000" pitchFamily="2" charset="-78"/>
                          <a:ea typeface="+mn-ea"/>
                          <a:cs typeface="Sakkal Majalla" panose="02000000000000000000" pitchFamily="2" charset="-78"/>
                        </a:rPr>
                        <a:t>9</a:t>
                      </a:r>
                    </a:p>
                  </a:txBody>
                  <a:tcPr anchor="ctr">
                    <a:solidFill>
                      <a:srgbClr val="F2F2F2"/>
                    </a:solidFill>
                  </a:tcPr>
                </a:tc>
                <a:extLst>
                  <a:ext uri="{0D108BD9-81ED-4DB2-BD59-A6C34878D82A}">
                    <a16:rowId xmlns:a16="http://schemas.microsoft.com/office/drawing/2014/main" val="4267410081"/>
                  </a:ext>
                </a:extLst>
              </a:tr>
              <a:tr h="441960">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تاريخ بداية أعمال الربط غير دقيق ويعتمد على تحديد نطاق المرحلة الأولى</a:t>
                      </a: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prstClr val="black"/>
                          </a:solidFill>
                          <a:effectLst/>
                          <a:uLnTx/>
                          <a:uFillTx/>
                          <a:latin typeface="Tajawal" panose="00000500000000000000" pitchFamily="2" charset="-78"/>
                          <a:ea typeface="+mn-ea"/>
                          <a:cs typeface="Tajawal" panose="00000500000000000000" pitchFamily="2" charset="-78"/>
                        </a:rPr>
                        <a:t>-</a:t>
                      </a: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21/10/2026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15/09/2026</a:t>
                      </a:r>
                    </a:p>
                  </a:txBody>
                  <a:tcPr anchor="ctr">
                    <a:solidFill>
                      <a:srgbClr val="F2F2F2"/>
                    </a:solidFill>
                  </a:tcPr>
                </a:tc>
                <a:tc>
                  <a:txBody>
                    <a:bodyPr/>
                    <a:lstStyle/>
                    <a:p>
                      <a:pPr marL="0" algn="ctr" defTabSz="914340" rtl="0" eaLnBrk="1" fontAlgn="base" latinLnBrk="0" hangingPunct="1"/>
                      <a:endParaRPr lang="en-US" sz="1150" b="0" kern="1200" dirty="0">
                        <a:solidFill>
                          <a:schemeClr val="tx1"/>
                        </a:solidFill>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r" defTabSz="914400" rtl="1" eaLnBrk="1" fontAlgn="base" latinLnBrk="0" hangingPunct="1">
                        <a:lnSpc>
                          <a:spcPct val="100000"/>
                        </a:lnSpc>
                        <a:spcBef>
                          <a:spcPts val="0"/>
                        </a:spcBef>
                        <a:spcAft>
                          <a:spcPts val="0"/>
                        </a:spcAft>
                        <a:buClrTx/>
                        <a:buSzTx/>
                        <a:buFontTx/>
                        <a:buNone/>
                        <a:tabLst/>
                        <a:defRPr/>
                      </a:pPr>
                      <a:r>
                        <a:rPr lang="ar-SA" sz="1150" b="0" i="0" kern="1200" dirty="0">
                          <a:solidFill>
                            <a:schemeClr val="tx1"/>
                          </a:solidFill>
                          <a:effectLst/>
                          <a:latin typeface="Sakkal Majalla" panose="02000000000000000000" pitchFamily="2" charset="-78"/>
                          <a:ea typeface="+mn-ea"/>
                          <a:cs typeface="Tajawal" panose="00000500000000000000"/>
                        </a:rPr>
                        <a:t>الانتهاء من ربط نظام إجراءات نزلاء السجون مع الجهات خارج وزارة الداخلية (عدد 4 جهات)</a:t>
                      </a:r>
                      <a:r>
                        <a:rPr lang="en-US" sz="1150" b="0" i="0" kern="1200" dirty="0">
                          <a:solidFill>
                            <a:schemeClr val="tx1"/>
                          </a:solidFill>
                          <a:effectLst/>
                          <a:latin typeface="Sakkal Majalla" panose="02000000000000000000" pitchFamily="2" charset="-78"/>
                          <a:ea typeface="+mn-ea"/>
                          <a:cs typeface="Tajawal" panose="00000500000000000000"/>
                        </a:rPr>
                        <a:t>*</a:t>
                      </a:r>
                    </a:p>
                  </a:txBody>
                  <a:tcPr anchor="ctr">
                    <a:solidFill>
                      <a:srgbClr val="F2F2F2"/>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Sakkal Majalla" panose="02000000000000000000" pitchFamily="2" charset="-78"/>
                          <a:ea typeface="+mn-ea"/>
                          <a:cs typeface="Sakkal Majalla" panose="02000000000000000000" pitchFamily="2" charset="-78"/>
                        </a:rPr>
                        <a:t>10</a:t>
                      </a:r>
                    </a:p>
                  </a:txBody>
                  <a:tcPr anchor="ctr">
                    <a:solidFill>
                      <a:srgbClr val="F2F2F2"/>
                    </a:solidFill>
                  </a:tcPr>
                </a:tc>
                <a:extLst>
                  <a:ext uri="{0D108BD9-81ED-4DB2-BD59-A6C34878D82A}">
                    <a16:rowId xmlns:a16="http://schemas.microsoft.com/office/drawing/2014/main" val="2675841558"/>
                  </a:ext>
                </a:extLst>
              </a:tr>
              <a:tr h="447038">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prstClr val="black"/>
                          </a:solidFill>
                          <a:effectLst/>
                          <a:uLnTx/>
                          <a:uFillTx/>
                          <a:latin typeface="Tajawal" panose="00000500000000000000" pitchFamily="2" charset="-78"/>
                          <a:ea typeface="+mn-ea"/>
                          <a:cs typeface="Tajawal" panose="00000500000000000000" pitchFamily="2" charset="-78"/>
                        </a:rPr>
                        <a:t>-</a:t>
                      </a: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26/10/2026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15/09/2026</a:t>
                      </a:r>
                    </a:p>
                  </a:txBody>
                  <a:tcPr anchor="ctr">
                    <a:solidFill>
                      <a:srgbClr val="F2F2F2"/>
                    </a:solidFill>
                  </a:tcPr>
                </a:tc>
                <a:tc>
                  <a:txBody>
                    <a:bodyPr/>
                    <a:lstStyle/>
                    <a:p>
                      <a:pPr marL="0" algn="ctr" defTabSz="914340" rtl="0" eaLnBrk="1" fontAlgn="base" latinLnBrk="0" hangingPunct="1"/>
                      <a:endParaRPr lang="en-US" sz="1150" b="0" kern="1200" dirty="0">
                        <a:solidFill>
                          <a:schemeClr val="tx1"/>
                        </a:solidFill>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r" defTabSz="914400" rtl="1" eaLnBrk="1" fontAlgn="base" latinLnBrk="0" hangingPunct="1">
                        <a:lnSpc>
                          <a:spcPct val="100000"/>
                        </a:lnSpc>
                        <a:spcBef>
                          <a:spcPts val="0"/>
                        </a:spcBef>
                        <a:spcAft>
                          <a:spcPts val="0"/>
                        </a:spcAft>
                        <a:buClrTx/>
                        <a:buSzTx/>
                        <a:buFontTx/>
                        <a:buNone/>
                        <a:tabLst/>
                        <a:defRPr/>
                      </a:pPr>
                      <a:r>
                        <a:rPr kumimoji="0" lang="ar-SA" sz="1150" b="0" i="0" u="none" strike="noStrike" kern="1200" cap="none" spc="0" normalizeH="0" baseline="0" noProof="0" dirty="0">
                          <a:ln>
                            <a:noFill/>
                          </a:ln>
                          <a:solidFill>
                            <a:schemeClr val="tx1"/>
                          </a:solidFill>
                          <a:effectLst/>
                          <a:uLnTx/>
                          <a:uFillTx/>
                          <a:latin typeface="Sakkal Majalla" panose="02000000000000000000" pitchFamily="2" charset="-78"/>
                          <a:ea typeface="+mn-ea"/>
                          <a:cs typeface="Tajawal" panose="00000500000000000000"/>
                        </a:rPr>
                        <a:t>الانتهاء من تصميم وبناء نظام عرض البيانات</a:t>
                      </a:r>
                      <a:r>
                        <a:rPr kumimoji="0" lang="en-US" sz="1150" b="0" i="0" u="none" strike="noStrike" kern="1200" cap="none" spc="0" normalizeH="0" baseline="0" noProof="0" dirty="0">
                          <a:ln>
                            <a:noFill/>
                          </a:ln>
                          <a:solidFill>
                            <a:schemeClr val="tx1"/>
                          </a:solidFill>
                          <a:effectLst/>
                          <a:uLnTx/>
                          <a:uFillTx/>
                          <a:latin typeface="Sakkal Majalla" panose="02000000000000000000" pitchFamily="2" charset="-78"/>
                          <a:ea typeface="+mn-ea"/>
                          <a:cs typeface="Tajawal" panose="00000500000000000000"/>
                        </a:rPr>
                        <a:t>*</a:t>
                      </a:r>
                    </a:p>
                  </a:txBody>
                  <a:tcPr anchor="ctr">
                    <a:solidFill>
                      <a:srgbClr val="F2F2F2"/>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ar-LB" sz="1200" b="1" i="0" kern="1200" dirty="0">
                          <a:solidFill>
                            <a:schemeClr val="tx1"/>
                          </a:solidFill>
                          <a:effectLst/>
                          <a:latin typeface="Sakkal Majalla" panose="02000000000000000000" pitchFamily="2" charset="-78"/>
                          <a:ea typeface="+mn-ea"/>
                          <a:cs typeface="Sakkal Majalla" panose="02000000000000000000" pitchFamily="2" charset="-78"/>
                        </a:rPr>
                        <a:t>11</a:t>
                      </a:r>
                      <a:endParaRPr lang="en-US" sz="1200" b="1" i="0" kern="1200" dirty="0">
                        <a:solidFill>
                          <a:schemeClr val="tx1"/>
                        </a:solidFill>
                        <a:effectLst/>
                        <a:latin typeface="Sakkal Majalla" panose="02000000000000000000" pitchFamily="2" charset="-78"/>
                        <a:ea typeface="+mn-ea"/>
                        <a:cs typeface="Sakkal Majalla" panose="02000000000000000000" pitchFamily="2" charset="-78"/>
                      </a:endParaRPr>
                    </a:p>
                  </a:txBody>
                  <a:tcPr anchor="ctr">
                    <a:solidFill>
                      <a:srgbClr val="F2F2F2"/>
                    </a:solidFill>
                  </a:tcPr>
                </a:tc>
                <a:extLst>
                  <a:ext uri="{0D108BD9-81ED-4DB2-BD59-A6C34878D82A}">
                    <a16:rowId xmlns:a16="http://schemas.microsoft.com/office/drawing/2014/main" val="35407926"/>
                  </a:ext>
                </a:extLst>
              </a:tr>
            </a:tbl>
          </a:graphicData>
        </a:graphic>
      </p:graphicFrame>
      <p:sp>
        <p:nvSpPr>
          <p:cNvPr id="6" name="Rectangle 5">
            <a:extLst>
              <a:ext uri="{FF2B5EF4-FFF2-40B4-BE49-F238E27FC236}">
                <a16:creationId xmlns:a16="http://schemas.microsoft.com/office/drawing/2014/main" id="{0AA48CD4-ADE0-9198-8DD0-3FFF8C092B74}"/>
              </a:ext>
            </a:extLst>
          </p:cNvPr>
          <p:cNvSpPr/>
          <p:nvPr/>
        </p:nvSpPr>
        <p:spPr>
          <a:xfrm>
            <a:off x="354636" y="1485281"/>
            <a:ext cx="11323320" cy="3879199"/>
          </a:xfrm>
          <a:prstGeom prst="rect">
            <a:avLst/>
          </a:prstGeom>
          <a:noFill/>
          <a:ln w="63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latin typeface="Sakkal Majalla" panose="02000000000000000000" pitchFamily="2" charset="-78"/>
              <a:cs typeface="Tajawal" panose="00000500000000000000"/>
            </a:endParaRPr>
          </a:p>
        </p:txBody>
      </p:sp>
      <p:sp>
        <p:nvSpPr>
          <p:cNvPr id="7" name="TextBox 6">
            <a:extLst>
              <a:ext uri="{FF2B5EF4-FFF2-40B4-BE49-F238E27FC236}">
                <a16:creationId xmlns:a16="http://schemas.microsoft.com/office/drawing/2014/main" id="{87B9C12D-5753-22AD-4D4B-B1A336BAAE90}"/>
              </a:ext>
            </a:extLst>
          </p:cNvPr>
          <p:cNvSpPr txBox="1"/>
          <p:nvPr/>
        </p:nvSpPr>
        <p:spPr>
          <a:xfrm>
            <a:off x="8504958" y="1380072"/>
            <a:ext cx="2844389" cy="215444"/>
          </a:xfrm>
          <a:prstGeom prst="rect">
            <a:avLst/>
          </a:prstGeom>
          <a:solidFill>
            <a:schemeClr val="bg1"/>
          </a:solidFill>
          <a:ln>
            <a:noFill/>
          </a:ln>
        </p:spPr>
        <p:txBody>
          <a:bodyPr wrap="square" lIns="0" tIns="0" rIns="0" bIns="0" rtlCol="0" anchor="ctr">
            <a:spAutoFit/>
          </a:bodyPr>
          <a:lstStyle/>
          <a:p>
            <a:pPr indent="117475" algn="ctr" rtl="1"/>
            <a:r>
              <a:rPr lang="ar-SA" sz="1400" b="1" dirty="0">
                <a:solidFill>
                  <a:schemeClr val="accent1"/>
                </a:solidFill>
                <a:latin typeface="Sakkal Majalla" panose="02000000000000000000" pitchFamily="2" charset="-78"/>
                <a:cs typeface="Tajawal" panose="00000500000000000000"/>
              </a:rPr>
              <a:t>المعالم الرئيسية (</a:t>
            </a:r>
            <a:r>
              <a:rPr lang="en-US" sz="1400" b="1" dirty="0">
                <a:solidFill>
                  <a:schemeClr val="accent1"/>
                </a:solidFill>
                <a:latin typeface="Sakkal Majalla" panose="02000000000000000000" pitchFamily="2" charset="-78"/>
                <a:cs typeface="Tajawal" panose="00000500000000000000"/>
              </a:rPr>
              <a:t>CRM &amp; Portals</a:t>
            </a:r>
            <a:r>
              <a:rPr lang="ar-SA" sz="1400" b="1" dirty="0">
                <a:solidFill>
                  <a:schemeClr val="accent1"/>
                </a:solidFill>
                <a:latin typeface="Sakkal Majalla" panose="02000000000000000000" pitchFamily="2" charset="-78"/>
                <a:cs typeface="Tajawal" panose="00000500000000000000"/>
              </a:rPr>
              <a:t>)</a:t>
            </a:r>
            <a:endParaRPr lang="en-US" sz="1400" b="1" dirty="0">
              <a:solidFill>
                <a:schemeClr val="accent1"/>
              </a:solidFill>
              <a:latin typeface="Sakkal Majalla" panose="02000000000000000000" pitchFamily="2" charset="-78"/>
              <a:cs typeface="Tajawal" panose="00000500000000000000"/>
            </a:endParaRPr>
          </a:p>
        </p:txBody>
      </p:sp>
      <p:grpSp>
        <p:nvGrpSpPr>
          <p:cNvPr id="8" name="Group 7">
            <a:extLst>
              <a:ext uri="{FF2B5EF4-FFF2-40B4-BE49-F238E27FC236}">
                <a16:creationId xmlns:a16="http://schemas.microsoft.com/office/drawing/2014/main" id="{C3CECFA6-6686-C979-AD35-79C3E3FFB9B6}"/>
              </a:ext>
            </a:extLst>
          </p:cNvPr>
          <p:cNvGrpSpPr/>
          <p:nvPr/>
        </p:nvGrpSpPr>
        <p:grpSpPr>
          <a:xfrm>
            <a:off x="6230561" y="5775667"/>
            <a:ext cx="5447395" cy="365307"/>
            <a:chOff x="6647658" y="5843797"/>
            <a:chExt cx="5447395" cy="365307"/>
          </a:xfrm>
        </p:grpSpPr>
        <p:sp>
          <p:nvSpPr>
            <p:cNvPr id="9" name="Rectangle 8">
              <a:extLst>
                <a:ext uri="{FF2B5EF4-FFF2-40B4-BE49-F238E27FC236}">
                  <a16:creationId xmlns:a16="http://schemas.microsoft.com/office/drawing/2014/main" id="{DD4F9757-03BD-6871-C6B9-3CC40590B6E2}"/>
                </a:ext>
              </a:extLst>
            </p:cNvPr>
            <p:cNvSpPr/>
            <p:nvPr/>
          </p:nvSpPr>
          <p:spPr>
            <a:xfrm>
              <a:off x="6647658" y="5854243"/>
              <a:ext cx="864184" cy="160966"/>
            </a:xfrm>
            <a:prstGeom prst="rect">
              <a:avLst/>
            </a:prstGeom>
            <a:solidFill>
              <a:srgbClr val="F04C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1050" dirty="0">
                  <a:latin typeface="Tajawal" panose="00000500000000000000" pitchFamily="2" charset="-78"/>
                  <a:cs typeface="Tajawal" panose="00000500000000000000" pitchFamily="2" charset="-78"/>
                </a:rPr>
                <a:t>متأخر</a:t>
              </a:r>
              <a:endParaRPr lang="en-US" sz="1050" dirty="0">
                <a:latin typeface="Tajawal" panose="00000500000000000000" pitchFamily="2" charset="-78"/>
                <a:cs typeface="Tajawal" panose="00000500000000000000" pitchFamily="2" charset="-78"/>
              </a:endParaRPr>
            </a:p>
          </p:txBody>
        </p:sp>
        <p:sp>
          <p:nvSpPr>
            <p:cNvPr id="10" name="Rectangle 9">
              <a:extLst>
                <a:ext uri="{FF2B5EF4-FFF2-40B4-BE49-F238E27FC236}">
                  <a16:creationId xmlns:a16="http://schemas.microsoft.com/office/drawing/2014/main" id="{C4BD5FC0-A8E8-8A79-E979-B0007FA34571}"/>
                </a:ext>
              </a:extLst>
            </p:cNvPr>
            <p:cNvSpPr/>
            <p:nvPr/>
          </p:nvSpPr>
          <p:spPr>
            <a:xfrm>
              <a:off x="8632224" y="5843797"/>
              <a:ext cx="829454" cy="171579"/>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LB" sz="1050" dirty="0">
                  <a:latin typeface="Tajawal" panose="00000500000000000000" pitchFamily="2" charset="-78"/>
                  <a:cs typeface="Tajawal" panose="00000500000000000000" pitchFamily="2" charset="-78"/>
                </a:rPr>
                <a:t>على المسار</a:t>
              </a:r>
              <a:endParaRPr lang="en-US" sz="1050" dirty="0">
                <a:latin typeface="Tajawal" panose="00000500000000000000" pitchFamily="2" charset="-78"/>
                <a:cs typeface="Tajawal" panose="00000500000000000000" pitchFamily="2" charset="-78"/>
              </a:endParaRPr>
            </a:p>
          </p:txBody>
        </p:sp>
        <p:sp>
          <p:nvSpPr>
            <p:cNvPr id="11" name="Rectangle 10">
              <a:extLst>
                <a:ext uri="{FF2B5EF4-FFF2-40B4-BE49-F238E27FC236}">
                  <a16:creationId xmlns:a16="http://schemas.microsoft.com/office/drawing/2014/main" id="{11C1E99E-016B-581F-3CB1-A59E318FF11C}"/>
                </a:ext>
              </a:extLst>
            </p:cNvPr>
            <p:cNvSpPr/>
            <p:nvPr/>
          </p:nvSpPr>
          <p:spPr>
            <a:xfrm>
              <a:off x="9519419" y="5843797"/>
              <a:ext cx="868030" cy="171579"/>
            </a:xfrm>
            <a:prstGeom prst="rect">
              <a:avLst/>
            </a:prstGeom>
            <a:solidFill>
              <a:srgbClr val="00AB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LB" sz="1050" dirty="0">
                  <a:latin typeface="Tajawal" panose="00000500000000000000" pitchFamily="2" charset="-78"/>
                  <a:cs typeface="Tajawal" panose="00000500000000000000" pitchFamily="2" charset="-78"/>
                </a:rPr>
                <a:t>مكتملة</a:t>
              </a:r>
              <a:endParaRPr lang="en-US" sz="1050" dirty="0">
                <a:latin typeface="Tajawal" panose="00000500000000000000" pitchFamily="2" charset="-78"/>
                <a:cs typeface="Tajawal" panose="00000500000000000000" pitchFamily="2" charset="-78"/>
              </a:endParaRPr>
            </a:p>
          </p:txBody>
        </p:sp>
        <p:sp>
          <p:nvSpPr>
            <p:cNvPr id="12" name="Rectangle 11">
              <a:extLst>
                <a:ext uri="{FF2B5EF4-FFF2-40B4-BE49-F238E27FC236}">
                  <a16:creationId xmlns:a16="http://schemas.microsoft.com/office/drawing/2014/main" id="{2E8BA505-A410-4E40-0072-0F74E6C81E7D}"/>
                </a:ext>
              </a:extLst>
            </p:cNvPr>
            <p:cNvSpPr/>
            <p:nvPr/>
          </p:nvSpPr>
          <p:spPr>
            <a:xfrm>
              <a:off x="7579741" y="5854243"/>
              <a:ext cx="989472" cy="16096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LB" sz="1050" dirty="0">
                  <a:latin typeface="Tajawal" panose="00000500000000000000" pitchFamily="2" charset="-78"/>
                  <a:cs typeface="Tajawal" panose="00000500000000000000" pitchFamily="2" charset="-78"/>
                </a:rPr>
                <a:t>مخاطر محتملة</a:t>
              </a:r>
              <a:endParaRPr lang="en-US" sz="1050" dirty="0">
                <a:latin typeface="Tajawal" panose="00000500000000000000" pitchFamily="2" charset="-78"/>
                <a:cs typeface="Tajawal" panose="00000500000000000000" pitchFamily="2" charset="-78"/>
              </a:endParaRPr>
            </a:p>
          </p:txBody>
        </p:sp>
        <p:sp>
          <p:nvSpPr>
            <p:cNvPr id="13" name="TextBox 12">
              <a:extLst>
                <a:ext uri="{FF2B5EF4-FFF2-40B4-BE49-F238E27FC236}">
                  <a16:creationId xmlns:a16="http://schemas.microsoft.com/office/drawing/2014/main" id="{47AB2AF4-3DD1-20DE-D1FE-D59929F362DF}"/>
                </a:ext>
              </a:extLst>
            </p:cNvPr>
            <p:cNvSpPr txBox="1"/>
            <p:nvPr/>
          </p:nvSpPr>
          <p:spPr>
            <a:xfrm>
              <a:off x="7584475" y="5955188"/>
              <a:ext cx="989472" cy="253916"/>
            </a:xfrm>
            <a:prstGeom prst="rect">
              <a:avLst/>
            </a:prstGeom>
            <a:noFill/>
          </p:spPr>
          <p:txBody>
            <a:bodyPr wrap="square" rtlCol="0">
              <a:spAutoFit/>
            </a:bodyPr>
            <a:lstStyle/>
            <a:p>
              <a:pPr algn="ctr"/>
              <a:r>
                <a:rPr lang="en-US" sz="1000" dirty="0">
                  <a:latin typeface="Tajawal" panose="00000500000000000000" pitchFamily="2" charset="-78"/>
                  <a:cs typeface="Tajawal" panose="00000500000000000000" pitchFamily="2" charset="-78"/>
                </a:rPr>
                <a:t>2 &lt; Delay % &lt;</a:t>
              </a:r>
              <a:r>
                <a:rPr lang="ar-LB" sz="1000" dirty="0">
                  <a:latin typeface="Tajawal" panose="00000500000000000000" pitchFamily="2" charset="-78"/>
                  <a:cs typeface="Tajawal" panose="00000500000000000000" pitchFamily="2" charset="-78"/>
                </a:rPr>
                <a:t>5</a:t>
              </a:r>
              <a:endParaRPr lang="en-US" sz="1000" dirty="0">
                <a:latin typeface="Tajawal" panose="00000500000000000000" pitchFamily="2" charset="-78"/>
                <a:cs typeface="Tajawal" panose="00000500000000000000" pitchFamily="2" charset="-78"/>
              </a:endParaRPr>
            </a:p>
          </p:txBody>
        </p:sp>
        <p:sp>
          <p:nvSpPr>
            <p:cNvPr id="14" name="TextBox 13">
              <a:extLst>
                <a:ext uri="{FF2B5EF4-FFF2-40B4-BE49-F238E27FC236}">
                  <a16:creationId xmlns:a16="http://schemas.microsoft.com/office/drawing/2014/main" id="{8B52C2E8-3E49-2DC4-15F0-48420C440C26}"/>
                </a:ext>
              </a:extLst>
            </p:cNvPr>
            <p:cNvSpPr txBox="1"/>
            <p:nvPr/>
          </p:nvSpPr>
          <p:spPr>
            <a:xfrm>
              <a:off x="6662013" y="5955188"/>
              <a:ext cx="835473" cy="253916"/>
            </a:xfrm>
            <a:prstGeom prst="rect">
              <a:avLst/>
            </a:prstGeom>
            <a:noFill/>
          </p:spPr>
          <p:txBody>
            <a:bodyPr wrap="square" rtlCol="0">
              <a:spAutoFit/>
            </a:bodyPr>
            <a:lstStyle/>
            <a:p>
              <a:pPr algn="ctr"/>
              <a:r>
                <a:rPr lang="en-US" sz="1000" dirty="0">
                  <a:latin typeface="Tajawal" panose="00000500000000000000" pitchFamily="2" charset="-78"/>
                  <a:cs typeface="Tajawal" panose="00000500000000000000" pitchFamily="2" charset="-78"/>
                </a:rPr>
                <a:t>Delay % &gt; </a:t>
              </a:r>
              <a:r>
                <a:rPr lang="ar-LB" sz="1000" dirty="0">
                  <a:latin typeface="Tajawal" panose="00000500000000000000" pitchFamily="2" charset="-78"/>
                  <a:cs typeface="Tajawal" panose="00000500000000000000" pitchFamily="2" charset="-78"/>
                </a:rPr>
                <a:t>5</a:t>
              </a:r>
              <a:endParaRPr lang="en-US" sz="1000" dirty="0">
                <a:latin typeface="Tajawal" panose="00000500000000000000" pitchFamily="2" charset="-78"/>
                <a:cs typeface="Tajawal" panose="00000500000000000000" pitchFamily="2" charset="-78"/>
              </a:endParaRPr>
            </a:p>
          </p:txBody>
        </p:sp>
        <p:sp>
          <p:nvSpPr>
            <p:cNvPr id="15" name="TextBox 14">
              <a:extLst>
                <a:ext uri="{FF2B5EF4-FFF2-40B4-BE49-F238E27FC236}">
                  <a16:creationId xmlns:a16="http://schemas.microsoft.com/office/drawing/2014/main" id="{E75E0125-FD30-8937-7798-FB5AF1FF7471}"/>
                </a:ext>
              </a:extLst>
            </p:cNvPr>
            <p:cNvSpPr txBox="1"/>
            <p:nvPr/>
          </p:nvSpPr>
          <p:spPr>
            <a:xfrm>
              <a:off x="8586629" y="5955188"/>
              <a:ext cx="989472" cy="246221"/>
            </a:xfrm>
            <a:prstGeom prst="rect">
              <a:avLst/>
            </a:prstGeom>
            <a:noFill/>
          </p:spPr>
          <p:txBody>
            <a:bodyPr wrap="square" rtlCol="0">
              <a:spAutoFit/>
            </a:bodyPr>
            <a:lstStyle/>
            <a:p>
              <a:pPr algn="ctr"/>
              <a:r>
                <a:rPr lang="en-US" sz="1000" dirty="0">
                  <a:latin typeface="Tajawal" panose="00000500000000000000" pitchFamily="2" charset="-78"/>
                  <a:cs typeface="Tajawal" panose="00000500000000000000" pitchFamily="2" charset="-78"/>
                </a:rPr>
                <a:t>2 &gt; Delay % = 0</a:t>
              </a:r>
            </a:p>
          </p:txBody>
        </p:sp>
        <p:sp>
          <p:nvSpPr>
            <p:cNvPr id="16" name="Rectangle 15">
              <a:extLst>
                <a:ext uri="{FF2B5EF4-FFF2-40B4-BE49-F238E27FC236}">
                  <a16:creationId xmlns:a16="http://schemas.microsoft.com/office/drawing/2014/main" id="{32940319-D68F-AA7C-3C4F-482831154084}"/>
                </a:ext>
              </a:extLst>
            </p:cNvPr>
            <p:cNvSpPr/>
            <p:nvPr/>
          </p:nvSpPr>
          <p:spPr>
            <a:xfrm>
              <a:off x="11320239" y="5860590"/>
              <a:ext cx="774814" cy="170188"/>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lnSpc>
                  <a:spcPct val="85000"/>
                </a:lnSpc>
                <a:spcAft>
                  <a:spcPts val="600"/>
                </a:spcAft>
                <a:buClr>
                  <a:srgbClr val="FFE600"/>
                </a:buClr>
                <a:buSzPct val="70000"/>
              </a:pPr>
              <a:r>
                <a:rPr lang="ar-SA" sz="1050" b="1" dirty="0">
                  <a:solidFill>
                    <a:schemeClr val="tx1"/>
                  </a:solidFill>
                  <a:latin typeface="Tajawal" panose="00000500000000000000" pitchFamily="2" charset="-78"/>
                  <a:cs typeface="Tajawal" panose="00000500000000000000" pitchFamily="2" charset="-78"/>
                </a:rPr>
                <a:t>الدليل</a:t>
              </a:r>
              <a:r>
                <a:rPr lang="ar-LB" sz="1050" b="1" dirty="0">
                  <a:solidFill>
                    <a:schemeClr val="tx1"/>
                  </a:solidFill>
                  <a:latin typeface="Tajawal" panose="00000500000000000000" pitchFamily="2" charset="-78"/>
                  <a:cs typeface="Tajawal" panose="00000500000000000000" pitchFamily="2" charset="-78"/>
                </a:rPr>
                <a:t> </a:t>
              </a:r>
              <a:endParaRPr lang="en-US" sz="1050" b="1" dirty="0">
                <a:solidFill>
                  <a:schemeClr val="tx1"/>
                </a:solidFill>
                <a:latin typeface="Tajawal" panose="00000500000000000000" pitchFamily="2" charset="-78"/>
                <a:cs typeface="Tajawal" panose="00000500000000000000" pitchFamily="2" charset="-78"/>
              </a:endParaRPr>
            </a:p>
          </p:txBody>
        </p:sp>
        <p:sp>
          <p:nvSpPr>
            <p:cNvPr id="17" name="Rectangle 16">
              <a:extLst>
                <a:ext uri="{FF2B5EF4-FFF2-40B4-BE49-F238E27FC236}">
                  <a16:creationId xmlns:a16="http://schemas.microsoft.com/office/drawing/2014/main" id="{CE9146BC-5688-1B40-62DB-FBAB45FA55F6}"/>
                </a:ext>
              </a:extLst>
            </p:cNvPr>
            <p:cNvSpPr/>
            <p:nvPr/>
          </p:nvSpPr>
          <p:spPr>
            <a:xfrm>
              <a:off x="10455348" y="5849502"/>
              <a:ext cx="796992" cy="161134"/>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1050" dirty="0">
                  <a:latin typeface="Tajawal" panose="00000500000000000000" pitchFamily="2" charset="-78"/>
                  <a:cs typeface="Tajawal" panose="00000500000000000000" pitchFamily="2" charset="-78"/>
                </a:rPr>
                <a:t>لم تبدأ</a:t>
              </a:r>
              <a:endParaRPr lang="en-US" sz="1050" dirty="0">
                <a:latin typeface="Tajawal" panose="00000500000000000000" pitchFamily="2" charset="-78"/>
                <a:cs typeface="Tajawal" panose="00000500000000000000" pitchFamily="2" charset="-78"/>
              </a:endParaRPr>
            </a:p>
          </p:txBody>
        </p:sp>
      </p:grpSp>
      <p:sp>
        <p:nvSpPr>
          <p:cNvPr id="3" name="Oval 2">
            <a:extLst>
              <a:ext uri="{FF2B5EF4-FFF2-40B4-BE49-F238E27FC236}">
                <a16:creationId xmlns:a16="http://schemas.microsoft.com/office/drawing/2014/main" id="{783CB223-D18E-F690-0D43-530932A14468}"/>
              </a:ext>
            </a:extLst>
          </p:cNvPr>
          <p:cNvSpPr/>
          <p:nvPr/>
        </p:nvSpPr>
        <p:spPr>
          <a:xfrm>
            <a:off x="8504958" y="2444143"/>
            <a:ext cx="182880" cy="18288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4" name="Oval 3">
            <a:extLst>
              <a:ext uri="{FF2B5EF4-FFF2-40B4-BE49-F238E27FC236}">
                <a16:creationId xmlns:a16="http://schemas.microsoft.com/office/drawing/2014/main" id="{139C49B4-5EEC-DC13-8434-277A999DD765}"/>
              </a:ext>
            </a:extLst>
          </p:cNvPr>
          <p:cNvSpPr/>
          <p:nvPr/>
        </p:nvSpPr>
        <p:spPr>
          <a:xfrm>
            <a:off x="8504958" y="2962493"/>
            <a:ext cx="182880" cy="18288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5" name="Oval 4">
            <a:extLst>
              <a:ext uri="{FF2B5EF4-FFF2-40B4-BE49-F238E27FC236}">
                <a16:creationId xmlns:a16="http://schemas.microsoft.com/office/drawing/2014/main" id="{091ECC87-60C9-83E5-D726-4A39DE472220}"/>
              </a:ext>
            </a:extLst>
          </p:cNvPr>
          <p:cNvSpPr/>
          <p:nvPr/>
        </p:nvSpPr>
        <p:spPr>
          <a:xfrm>
            <a:off x="8504958" y="3542943"/>
            <a:ext cx="182880" cy="18288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0" name="Oval 19">
            <a:extLst>
              <a:ext uri="{FF2B5EF4-FFF2-40B4-BE49-F238E27FC236}">
                <a16:creationId xmlns:a16="http://schemas.microsoft.com/office/drawing/2014/main" id="{42543549-8ABE-41FA-38E7-B4D0799B4116}"/>
              </a:ext>
            </a:extLst>
          </p:cNvPr>
          <p:cNvSpPr/>
          <p:nvPr/>
        </p:nvSpPr>
        <p:spPr>
          <a:xfrm>
            <a:off x="8504958" y="4151586"/>
            <a:ext cx="182880" cy="18288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1" name="Oval 20">
            <a:extLst>
              <a:ext uri="{FF2B5EF4-FFF2-40B4-BE49-F238E27FC236}">
                <a16:creationId xmlns:a16="http://schemas.microsoft.com/office/drawing/2014/main" id="{8DF25194-3B53-7677-81B4-C7C9F32A87E4}"/>
              </a:ext>
            </a:extLst>
          </p:cNvPr>
          <p:cNvSpPr/>
          <p:nvPr/>
        </p:nvSpPr>
        <p:spPr>
          <a:xfrm>
            <a:off x="8504958" y="4671071"/>
            <a:ext cx="182880" cy="18288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2" name="TextBox 21">
            <a:extLst>
              <a:ext uri="{FF2B5EF4-FFF2-40B4-BE49-F238E27FC236}">
                <a16:creationId xmlns:a16="http://schemas.microsoft.com/office/drawing/2014/main" id="{1899BA24-E9E5-D0BF-E088-3BBD60C1E760}"/>
              </a:ext>
            </a:extLst>
          </p:cNvPr>
          <p:cNvSpPr txBox="1"/>
          <p:nvPr/>
        </p:nvSpPr>
        <p:spPr>
          <a:xfrm>
            <a:off x="1309255" y="5775667"/>
            <a:ext cx="3730336" cy="369332"/>
          </a:xfrm>
          <a:prstGeom prst="rect">
            <a:avLst/>
          </a:prstGeom>
          <a:noFill/>
        </p:spPr>
        <p:txBody>
          <a:bodyPr wrap="square" rtlCol="0">
            <a:spAutoFit/>
          </a:bodyPr>
          <a:lstStyle/>
          <a:p>
            <a:pPr algn="r" rtl="1"/>
            <a:r>
              <a:rPr lang="ar-SA" dirty="0"/>
              <a:t>* تشير إلى المعالم الرئيسية المرتبطة </a:t>
            </a:r>
            <a:endParaRPr lang="en-US" dirty="0"/>
          </a:p>
        </p:txBody>
      </p:sp>
      <p:sp>
        <p:nvSpPr>
          <p:cNvPr id="18" name="Text Placeholder 1">
            <a:extLst>
              <a:ext uri="{FF2B5EF4-FFF2-40B4-BE49-F238E27FC236}">
                <a16:creationId xmlns:a16="http://schemas.microsoft.com/office/drawing/2014/main" id="{15AC344C-3ADF-FA09-1356-183894F7A11D}"/>
              </a:ext>
            </a:extLst>
          </p:cNvPr>
          <p:cNvSpPr txBox="1">
            <a:spLocks/>
          </p:cNvSpPr>
          <p:nvPr/>
        </p:nvSpPr>
        <p:spPr>
          <a:xfrm>
            <a:off x="4476894" y="470647"/>
            <a:ext cx="3931947" cy="418264"/>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ar-SA" b="1" dirty="0">
                <a:latin typeface="Tajawal" panose="00000500000000000000" pitchFamily="2" charset="-78"/>
                <a:cs typeface="Tajawal" panose="00000500000000000000" pitchFamily="2" charset="-78"/>
              </a:rPr>
              <a:t>ملخص تنفيذي</a:t>
            </a:r>
            <a:endParaRPr lang="en-US" b="1" dirty="0">
              <a:latin typeface="Tajawal" panose="00000500000000000000" pitchFamily="2" charset="-78"/>
              <a:cs typeface="Tajawal" panose="00000500000000000000" pitchFamily="2" charset="-78"/>
            </a:endParaRPr>
          </a:p>
        </p:txBody>
      </p:sp>
    </p:spTree>
    <p:extLst>
      <p:ext uri="{BB962C8B-B14F-4D97-AF65-F5344CB8AC3E}">
        <p14:creationId xmlns:p14="http://schemas.microsoft.com/office/powerpoint/2010/main" val="48775370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DA3B3-064B-BE3A-BE11-48B5A779EC9B}"/>
            </a:ext>
          </a:extLst>
        </p:cNvPr>
        <p:cNvGrpSpPr/>
        <p:nvPr/>
      </p:nvGrpSpPr>
      <p:grpSpPr>
        <a:xfrm>
          <a:off x="0" y="0"/>
          <a:ext cx="0" cy="0"/>
          <a:chOff x="0" y="0"/>
          <a:chExt cx="0" cy="0"/>
        </a:xfrm>
      </p:grpSpPr>
      <p:sp>
        <p:nvSpPr>
          <p:cNvPr id="46" name="Rectangle 42">
            <a:extLst>
              <a:ext uri="{FF2B5EF4-FFF2-40B4-BE49-F238E27FC236}">
                <a16:creationId xmlns:a16="http://schemas.microsoft.com/office/drawing/2014/main" id="{652B18C5-9937-BD4D-D419-52B13BC19ABE}"/>
              </a:ext>
            </a:extLst>
          </p:cNvPr>
          <p:cNvSpPr>
            <a:spLocks noChangeArrowheads="1"/>
          </p:cNvSpPr>
          <p:nvPr/>
        </p:nvSpPr>
        <p:spPr bwMode="auto">
          <a:xfrm>
            <a:off x="-1275604" y="143792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7" name="Rectangle 58">
            <a:extLst>
              <a:ext uri="{FF2B5EF4-FFF2-40B4-BE49-F238E27FC236}">
                <a16:creationId xmlns:a16="http://schemas.microsoft.com/office/drawing/2014/main" id="{68177F84-C7A4-1558-75AB-E5F8DDCCC665}"/>
              </a:ext>
            </a:extLst>
          </p:cNvPr>
          <p:cNvSpPr>
            <a:spLocks noChangeArrowheads="1"/>
          </p:cNvSpPr>
          <p:nvPr/>
        </p:nvSpPr>
        <p:spPr bwMode="auto">
          <a:xfrm>
            <a:off x="0" y="47064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 name="Table 1">
            <a:extLst>
              <a:ext uri="{FF2B5EF4-FFF2-40B4-BE49-F238E27FC236}">
                <a16:creationId xmlns:a16="http://schemas.microsoft.com/office/drawing/2014/main" id="{B993C065-62FC-B0DB-3D22-544A9DFEC2C2}"/>
              </a:ext>
            </a:extLst>
          </p:cNvPr>
          <p:cNvGraphicFramePr>
            <a:graphicFrameLocks noGrp="1"/>
          </p:cNvGraphicFramePr>
          <p:nvPr>
            <p:extLst>
              <p:ext uri="{D42A27DB-BD31-4B8C-83A1-F6EECF244321}">
                <p14:modId xmlns:p14="http://schemas.microsoft.com/office/powerpoint/2010/main" val="2118198884"/>
              </p:ext>
            </p:extLst>
          </p:nvPr>
        </p:nvGraphicFramePr>
        <p:xfrm>
          <a:off x="447395" y="1671730"/>
          <a:ext cx="11122883" cy="2962152"/>
        </p:xfrm>
        <a:graphic>
          <a:graphicData uri="http://schemas.openxmlformats.org/drawingml/2006/table">
            <a:tbl>
              <a:tblPr>
                <a:tableStyleId>{7DF18680-E054-41AD-8BC1-D1AEF772440D}</a:tableStyleId>
              </a:tblPr>
              <a:tblGrid>
                <a:gridCol w="1968838">
                  <a:extLst>
                    <a:ext uri="{9D8B030D-6E8A-4147-A177-3AD203B41FA5}">
                      <a16:colId xmlns:a16="http://schemas.microsoft.com/office/drawing/2014/main" val="440369287"/>
                    </a:ext>
                  </a:extLst>
                </a:gridCol>
                <a:gridCol w="626225">
                  <a:extLst>
                    <a:ext uri="{9D8B030D-6E8A-4147-A177-3AD203B41FA5}">
                      <a16:colId xmlns:a16="http://schemas.microsoft.com/office/drawing/2014/main" val="1766651830"/>
                    </a:ext>
                  </a:extLst>
                </a:gridCol>
                <a:gridCol w="753687">
                  <a:extLst>
                    <a:ext uri="{9D8B030D-6E8A-4147-A177-3AD203B41FA5}">
                      <a16:colId xmlns:a16="http://schemas.microsoft.com/office/drawing/2014/main" val="597392431"/>
                    </a:ext>
                  </a:extLst>
                </a:gridCol>
                <a:gridCol w="770313">
                  <a:extLst>
                    <a:ext uri="{9D8B030D-6E8A-4147-A177-3AD203B41FA5}">
                      <a16:colId xmlns:a16="http://schemas.microsoft.com/office/drawing/2014/main" val="1080070471"/>
                    </a:ext>
                  </a:extLst>
                </a:gridCol>
                <a:gridCol w="931026">
                  <a:extLst>
                    <a:ext uri="{9D8B030D-6E8A-4147-A177-3AD203B41FA5}">
                      <a16:colId xmlns:a16="http://schemas.microsoft.com/office/drawing/2014/main" val="53463299"/>
                    </a:ext>
                  </a:extLst>
                </a:gridCol>
                <a:gridCol w="903316">
                  <a:extLst>
                    <a:ext uri="{9D8B030D-6E8A-4147-A177-3AD203B41FA5}">
                      <a16:colId xmlns:a16="http://schemas.microsoft.com/office/drawing/2014/main" val="3091525918"/>
                    </a:ext>
                  </a:extLst>
                </a:gridCol>
                <a:gridCol w="964276">
                  <a:extLst>
                    <a:ext uri="{9D8B030D-6E8A-4147-A177-3AD203B41FA5}">
                      <a16:colId xmlns:a16="http://schemas.microsoft.com/office/drawing/2014/main" val="3287169623"/>
                    </a:ext>
                  </a:extLst>
                </a:gridCol>
                <a:gridCol w="953193">
                  <a:extLst>
                    <a:ext uri="{9D8B030D-6E8A-4147-A177-3AD203B41FA5}">
                      <a16:colId xmlns:a16="http://schemas.microsoft.com/office/drawing/2014/main" val="94745673"/>
                    </a:ext>
                  </a:extLst>
                </a:gridCol>
                <a:gridCol w="592975">
                  <a:extLst>
                    <a:ext uri="{9D8B030D-6E8A-4147-A177-3AD203B41FA5}">
                      <a16:colId xmlns:a16="http://schemas.microsoft.com/office/drawing/2014/main" val="3770179118"/>
                    </a:ext>
                  </a:extLst>
                </a:gridCol>
                <a:gridCol w="2303011">
                  <a:extLst>
                    <a:ext uri="{9D8B030D-6E8A-4147-A177-3AD203B41FA5}">
                      <a16:colId xmlns:a16="http://schemas.microsoft.com/office/drawing/2014/main" val="261331466"/>
                    </a:ext>
                  </a:extLst>
                </a:gridCol>
                <a:gridCol w="356023">
                  <a:extLst>
                    <a:ext uri="{9D8B030D-6E8A-4147-A177-3AD203B41FA5}">
                      <a16:colId xmlns:a16="http://schemas.microsoft.com/office/drawing/2014/main" val="3125799418"/>
                    </a:ext>
                  </a:extLst>
                </a:gridCol>
              </a:tblGrid>
              <a:tr h="272457">
                <a:tc>
                  <a:txBody>
                    <a:bodyPr/>
                    <a:lstStyle/>
                    <a:p>
                      <a:pPr algn="ctr" fontAlgn="base"/>
                      <a:r>
                        <a:rPr lang="ar-SA" sz="1200" b="1" kern="1200" dirty="0">
                          <a:solidFill>
                            <a:schemeClr val="bg1"/>
                          </a:solidFill>
                          <a:latin typeface="Sakkal Majalla" panose="02000000000000000000" pitchFamily="2" charset="-78"/>
                          <a:ea typeface="+mn-ea"/>
                          <a:cs typeface="Tajawal" panose="00000500000000000000"/>
                        </a:rPr>
                        <a:t>ملاحظات</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SA" sz="1200" b="1" kern="1200" dirty="0">
                          <a:solidFill>
                            <a:schemeClr val="bg1"/>
                          </a:solidFill>
                          <a:latin typeface="Sakkal Majalla" panose="02000000000000000000" pitchFamily="2" charset="-78"/>
                          <a:ea typeface="+mn-ea"/>
                          <a:cs typeface="Tajawal" panose="00000500000000000000"/>
                        </a:rPr>
                        <a:t>مؤشر التباين</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SA" sz="1200" b="1" kern="1200" dirty="0">
                          <a:solidFill>
                            <a:schemeClr val="bg1"/>
                          </a:solidFill>
                          <a:latin typeface="Sakkal Majalla" panose="02000000000000000000" pitchFamily="2" charset="-78"/>
                          <a:ea typeface="+mn-ea"/>
                          <a:cs typeface="Tajawal" panose="00000500000000000000"/>
                        </a:rPr>
                        <a:t>%الإنجاز الفعلي</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SA" sz="1200" b="1" kern="1200" dirty="0">
                          <a:solidFill>
                            <a:schemeClr val="bg1"/>
                          </a:solidFill>
                          <a:latin typeface="Sakkal Majalla" panose="02000000000000000000" pitchFamily="2" charset="-78"/>
                          <a:ea typeface="+mn-ea"/>
                          <a:cs typeface="Tajawal" panose="00000500000000000000"/>
                        </a:rPr>
                        <a:t>%الإنجاز المخطط</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marL="0" marR="0" lvl="0" indent="0" algn="ctr" defTabSz="914358" rtl="0" eaLnBrk="1" fontAlgn="base" latinLnBrk="0" hangingPunct="1">
                        <a:lnSpc>
                          <a:spcPct val="100000"/>
                        </a:lnSpc>
                        <a:spcBef>
                          <a:spcPts val="0"/>
                        </a:spcBef>
                        <a:spcAft>
                          <a:spcPts val="0"/>
                        </a:spcAft>
                        <a:buClrTx/>
                        <a:buSzTx/>
                        <a:buFontTx/>
                        <a:buNone/>
                        <a:tabLst/>
                        <a:defRPr/>
                      </a:pPr>
                      <a:r>
                        <a:rPr lang="ar-LB" sz="1200" b="1" kern="1200" dirty="0">
                          <a:solidFill>
                            <a:schemeClr val="bg1"/>
                          </a:solidFill>
                          <a:latin typeface="Sakkal Majalla" panose="02000000000000000000" pitchFamily="2" charset="-78"/>
                          <a:ea typeface="+mn-ea"/>
                          <a:cs typeface="Tajawal" panose="00000500000000000000"/>
                        </a:rPr>
                        <a:t>التاريخ الفعلي للانتهاء</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LB" sz="1200" b="1" kern="1200" dirty="0">
                          <a:solidFill>
                            <a:schemeClr val="bg1"/>
                          </a:solidFill>
                          <a:latin typeface="Sakkal Majalla" panose="02000000000000000000" pitchFamily="2" charset="-78"/>
                          <a:ea typeface="+mn-ea"/>
                          <a:cs typeface="Tajawal" panose="00000500000000000000"/>
                        </a:rPr>
                        <a:t>التاريخ الفعلي للبدء</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LB" sz="1200" b="1" kern="1200" dirty="0">
                          <a:solidFill>
                            <a:schemeClr val="bg1"/>
                          </a:solidFill>
                          <a:latin typeface="Sakkal Majalla" panose="02000000000000000000" pitchFamily="2" charset="-78"/>
                          <a:ea typeface="+mn-ea"/>
                          <a:cs typeface="Tajawal" panose="00000500000000000000"/>
                        </a:rPr>
                        <a:t>التاريخ المخطط لل</a:t>
                      </a:r>
                      <a:r>
                        <a:rPr lang="ar-SA" sz="1200" b="1" kern="1200" dirty="0">
                          <a:solidFill>
                            <a:schemeClr val="bg1"/>
                          </a:solidFill>
                          <a:latin typeface="Sakkal Majalla" panose="02000000000000000000" pitchFamily="2" charset="-78"/>
                          <a:ea typeface="+mn-ea"/>
                          <a:cs typeface="Tajawal" panose="00000500000000000000"/>
                        </a:rPr>
                        <a:t>ا</a:t>
                      </a:r>
                      <a:r>
                        <a:rPr lang="ar-LB" sz="1200" b="1" kern="1200" dirty="0">
                          <a:solidFill>
                            <a:schemeClr val="bg1"/>
                          </a:solidFill>
                          <a:latin typeface="Sakkal Majalla" panose="02000000000000000000" pitchFamily="2" charset="-78"/>
                          <a:ea typeface="+mn-ea"/>
                          <a:cs typeface="Tajawal" panose="00000500000000000000"/>
                        </a:rPr>
                        <a:t>نتهاء </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LB" sz="1200" b="1" kern="1200" dirty="0">
                          <a:solidFill>
                            <a:schemeClr val="bg1"/>
                          </a:solidFill>
                          <a:latin typeface="Sakkal Majalla" panose="02000000000000000000" pitchFamily="2" charset="-78"/>
                          <a:ea typeface="+mn-ea"/>
                          <a:cs typeface="Tajawal" panose="00000500000000000000"/>
                        </a:rPr>
                        <a:t>التاريخ المخطط للبدء</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LB" sz="1200" b="1" kern="1200" dirty="0">
                          <a:solidFill>
                            <a:schemeClr val="bg1"/>
                          </a:solidFill>
                          <a:latin typeface="Sakkal Majalla" panose="02000000000000000000" pitchFamily="2" charset="-78"/>
                          <a:ea typeface="+mn-ea"/>
                          <a:cs typeface="Tajawal" panose="00000500000000000000"/>
                        </a:rPr>
                        <a:t>الحالة</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marL="0" marR="0" lvl="0" indent="0" algn="ctr" defTabSz="914358" rtl="0" eaLnBrk="1" fontAlgn="base" latinLnBrk="0" hangingPunct="1">
                        <a:lnSpc>
                          <a:spcPct val="100000"/>
                        </a:lnSpc>
                        <a:spcBef>
                          <a:spcPts val="0"/>
                        </a:spcBef>
                        <a:spcAft>
                          <a:spcPts val="0"/>
                        </a:spcAft>
                        <a:buClrTx/>
                        <a:buSzTx/>
                        <a:buFontTx/>
                        <a:buNone/>
                        <a:tabLst/>
                        <a:defRPr/>
                      </a:pPr>
                      <a:r>
                        <a:rPr lang="ar-SA" sz="1200" b="1" kern="1200" dirty="0">
                          <a:solidFill>
                            <a:schemeClr val="bg1"/>
                          </a:solidFill>
                          <a:latin typeface="Sakkal Majalla" panose="02000000000000000000" pitchFamily="2" charset="-78"/>
                          <a:ea typeface="+mn-ea"/>
                          <a:cs typeface="Tajawal" panose="00000500000000000000"/>
                        </a:rPr>
                        <a:t>الشرح</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en-US" sz="1200" b="1" kern="1200" dirty="0">
                          <a:solidFill>
                            <a:schemeClr val="bg1"/>
                          </a:solidFill>
                          <a:latin typeface="Sakkal Majalla" panose="02000000000000000000" pitchFamily="2" charset="-78"/>
                          <a:ea typeface="+mn-ea"/>
                          <a:cs typeface="Tajawal" panose="00000500000000000000"/>
                        </a:rPr>
                        <a:t>#</a:t>
                      </a:r>
                    </a:p>
                  </a:txBody>
                  <a:tcPr anchor="ctr">
                    <a:solidFill>
                      <a:srgbClr val="234C5A"/>
                    </a:solidFill>
                  </a:tcPr>
                </a:tc>
                <a:extLst>
                  <a:ext uri="{0D108BD9-81ED-4DB2-BD59-A6C34878D82A}">
                    <a16:rowId xmlns:a16="http://schemas.microsoft.com/office/drawing/2014/main" val="370201215"/>
                  </a:ext>
                </a:extLst>
              </a:tr>
              <a:tr h="381943">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prstClr val="black"/>
                          </a:solidFill>
                          <a:effectLst/>
                          <a:uLnTx/>
                          <a:uFillTx/>
                          <a:latin typeface="Tajawal" panose="00000500000000000000" pitchFamily="2" charset="-78"/>
                          <a:ea typeface="+mn-ea"/>
                          <a:cs typeface="Tajawal" panose="00000500000000000000" pitchFamily="2" charset="-78"/>
                        </a:rPr>
                        <a:t>-</a:t>
                      </a: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21/04/2026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31/03/2026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lang="en-US" sz="1150" b="0" kern="1200" noProof="0" dirty="0">
                        <a:solidFill>
                          <a:schemeClr val="tx1"/>
                        </a:solidFill>
                        <a:latin typeface="Sakkal Majalla" panose="02000000000000000000" pitchFamily="2" charset="-78"/>
                        <a:ea typeface="+mn-ea"/>
                        <a:cs typeface="Tajawal" panose="00000500000000000000"/>
                      </a:endParaRPr>
                    </a:p>
                  </a:txBody>
                  <a:tcPr anchor="ctr">
                    <a:solidFill>
                      <a:srgbClr val="F2F2F2"/>
                    </a:solidFill>
                  </a:tcPr>
                </a:tc>
                <a:tc>
                  <a:txBody>
                    <a:bodyPr/>
                    <a:lstStyle/>
                    <a:p>
                      <a:pPr marL="0" algn="r" defTabSz="914340" rtl="1" eaLnBrk="1" fontAlgn="base" latinLnBrk="0" hangingPunct="1"/>
                      <a:r>
                        <a:rPr lang="ar-SA" sz="1150" b="0" i="0" kern="1200" dirty="0">
                          <a:solidFill>
                            <a:schemeClr val="tx1"/>
                          </a:solidFill>
                          <a:effectLst/>
                          <a:latin typeface="Sakkal Majalla" panose="02000000000000000000" pitchFamily="2" charset="-78"/>
                          <a:ea typeface="+mn-ea"/>
                          <a:cs typeface="Tajawal" panose="00000500000000000000"/>
                        </a:rPr>
                        <a:t>الانتهاء من اختبارات المرحلة الأولى وقبول المستخدم (</a:t>
                      </a:r>
                      <a:r>
                        <a:rPr lang="en-US" sz="1150" b="0" i="0" kern="1200" dirty="0">
                          <a:solidFill>
                            <a:schemeClr val="tx1"/>
                          </a:solidFill>
                          <a:effectLst/>
                          <a:latin typeface="Sakkal Majalla" panose="02000000000000000000" pitchFamily="2" charset="-78"/>
                          <a:ea typeface="+mn-ea"/>
                          <a:cs typeface="Tajawal" panose="00000500000000000000"/>
                        </a:rPr>
                        <a:t>MVP</a:t>
                      </a:r>
                      <a:r>
                        <a:rPr lang="ar-SA" sz="1150" b="0" i="0" kern="1200" dirty="0">
                          <a:solidFill>
                            <a:schemeClr val="tx1"/>
                          </a:solidFill>
                          <a:effectLst/>
                          <a:latin typeface="Sakkal Majalla" panose="02000000000000000000" pitchFamily="2" charset="-78"/>
                          <a:ea typeface="+mn-ea"/>
                          <a:cs typeface="Tajawal" panose="00000500000000000000"/>
                        </a:rPr>
                        <a:t>)</a:t>
                      </a:r>
                      <a:endParaRPr lang="en-US" sz="1150" b="0" i="0" kern="1200" dirty="0">
                        <a:solidFill>
                          <a:schemeClr val="tx1"/>
                        </a:solidFill>
                        <a:effectLst/>
                        <a:latin typeface="Sakkal Majalla" panose="02000000000000000000" pitchFamily="2" charset="-78"/>
                        <a:ea typeface="+mn-ea"/>
                        <a:cs typeface="Tajawal" panose="00000500000000000000"/>
                      </a:endParaRPr>
                    </a:p>
                  </a:txBody>
                  <a:tcPr anchor="ctr">
                    <a:solidFill>
                      <a:srgbClr val="F2F2F2"/>
                    </a:solidFill>
                  </a:tcPr>
                </a:tc>
                <a:tc>
                  <a:txBody>
                    <a:bodyPr/>
                    <a:lstStyle/>
                    <a:p>
                      <a:pPr marL="0" algn="ctr" defTabSz="914340" rtl="0" eaLnBrk="1" fontAlgn="base" latinLnBrk="0" hangingPunct="1"/>
                      <a:r>
                        <a:rPr lang="ar-LB" sz="1150" b="0" i="0" kern="1200" dirty="0">
                          <a:solidFill>
                            <a:schemeClr val="tx1"/>
                          </a:solidFill>
                          <a:effectLst/>
                          <a:latin typeface="Sakkal Majalla" panose="02000000000000000000" pitchFamily="2" charset="-78"/>
                          <a:ea typeface="+mn-ea"/>
                          <a:cs typeface="Tajawal" panose="00000500000000000000"/>
                        </a:rPr>
                        <a:t>12</a:t>
                      </a:r>
                      <a:endParaRPr lang="en-US" sz="1150" b="0" i="0" kern="1200" dirty="0">
                        <a:solidFill>
                          <a:schemeClr val="tx1"/>
                        </a:solidFill>
                        <a:effectLst/>
                        <a:latin typeface="Sakkal Majalla" panose="02000000000000000000" pitchFamily="2" charset="-78"/>
                        <a:ea typeface="+mn-ea"/>
                        <a:cs typeface="Tajawal" panose="00000500000000000000"/>
                      </a:endParaRPr>
                    </a:p>
                  </a:txBody>
                  <a:tcPr anchor="ctr">
                    <a:solidFill>
                      <a:srgbClr val="F2F2F2"/>
                    </a:solidFill>
                  </a:tcPr>
                </a:tc>
                <a:extLst>
                  <a:ext uri="{0D108BD9-81ED-4DB2-BD59-A6C34878D82A}">
                    <a16:rowId xmlns:a16="http://schemas.microsoft.com/office/drawing/2014/main" val="609534618"/>
                  </a:ext>
                </a:extLst>
              </a:tr>
              <a:tr h="549154">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prstClr val="black"/>
                          </a:solidFill>
                          <a:effectLst/>
                          <a:uLnTx/>
                          <a:uFillTx/>
                          <a:latin typeface="Tajawal" panose="00000500000000000000" pitchFamily="2" charset="-78"/>
                          <a:ea typeface="+mn-ea"/>
                          <a:cs typeface="Tajawal" panose="00000500000000000000" pitchFamily="2" charset="-78"/>
                        </a:rPr>
                        <a:t>-</a:t>
                      </a: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07/12/2026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27/10/2026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lang="en-US" sz="1150" b="0" kern="1200" noProof="0" dirty="0">
                        <a:solidFill>
                          <a:schemeClr val="tx1"/>
                        </a:solidFill>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r" defTabSz="914400" rtl="1" eaLnBrk="1" fontAlgn="base" latinLnBrk="0" hangingPunct="1">
                        <a:lnSpc>
                          <a:spcPct val="100000"/>
                        </a:lnSpc>
                        <a:spcBef>
                          <a:spcPts val="0"/>
                        </a:spcBef>
                        <a:spcAft>
                          <a:spcPts val="0"/>
                        </a:spcAft>
                        <a:buClrTx/>
                        <a:buSzTx/>
                        <a:buFontTx/>
                        <a:buNone/>
                        <a:tabLst/>
                        <a:defRPr/>
                      </a:pPr>
                      <a:r>
                        <a:rPr lang="ar-SA" sz="1150" b="0" i="0" kern="1200" dirty="0">
                          <a:solidFill>
                            <a:schemeClr val="tx1"/>
                          </a:solidFill>
                          <a:effectLst/>
                          <a:latin typeface="Sakkal Majalla" panose="02000000000000000000" pitchFamily="2" charset="-78"/>
                          <a:ea typeface="+mn-ea"/>
                          <a:cs typeface="Tajawal" panose="00000500000000000000"/>
                        </a:rPr>
                        <a:t>الانتهاء من اختبارات المرحلة الثانية وقبول المستخدم (</a:t>
                      </a:r>
                      <a:r>
                        <a:rPr lang="en-US" sz="1150" b="0" i="0" kern="1200" dirty="0">
                          <a:solidFill>
                            <a:schemeClr val="tx1"/>
                          </a:solidFill>
                          <a:effectLst/>
                          <a:latin typeface="Sakkal Majalla" panose="02000000000000000000" pitchFamily="2" charset="-78"/>
                          <a:ea typeface="+mn-ea"/>
                          <a:cs typeface="Tajawal" panose="00000500000000000000"/>
                        </a:rPr>
                        <a:t>Full Scope</a:t>
                      </a:r>
                      <a:r>
                        <a:rPr lang="ar-SA" sz="1150" b="0" i="0" kern="1200" dirty="0">
                          <a:solidFill>
                            <a:schemeClr val="tx1"/>
                          </a:solidFill>
                          <a:effectLst/>
                          <a:latin typeface="Sakkal Majalla" panose="02000000000000000000" pitchFamily="2" charset="-78"/>
                          <a:ea typeface="+mn-ea"/>
                          <a:cs typeface="Tajawal" panose="00000500000000000000"/>
                        </a:rPr>
                        <a:t>)</a:t>
                      </a:r>
                      <a:endParaRPr lang="en-US" sz="1150" b="0" i="0" kern="1200" dirty="0">
                        <a:solidFill>
                          <a:schemeClr val="tx1"/>
                        </a:solidFill>
                        <a:effectLst/>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ar-LB" sz="1200" b="1" i="0" kern="1200" dirty="0">
                          <a:solidFill>
                            <a:schemeClr val="tx1"/>
                          </a:solidFill>
                          <a:effectLst/>
                          <a:latin typeface="Sakkal Majalla" panose="02000000000000000000" pitchFamily="2" charset="-78"/>
                          <a:ea typeface="+mn-ea"/>
                          <a:cs typeface="Sakkal Majalla" panose="02000000000000000000" pitchFamily="2" charset="-78"/>
                        </a:rPr>
                        <a:t>13</a:t>
                      </a:r>
                      <a:endParaRPr lang="en-US" sz="1200" b="1" i="0" kern="1200" dirty="0">
                        <a:solidFill>
                          <a:schemeClr val="tx1"/>
                        </a:solidFill>
                        <a:effectLst/>
                        <a:latin typeface="Sakkal Majalla" panose="02000000000000000000" pitchFamily="2" charset="-78"/>
                        <a:ea typeface="+mn-ea"/>
                        <a:cs typeface="Sakkal Majalla" panose="02000000000000000000" pitchFamily="2" charset="-78"/>
                      </a:endParaRPr>
                    </a:p>
                  </a:txBody>
                  <a:tcPr anchor="ctr">
                    <a:solidFill>
                      <a:srgbClr val="F2F2F2"/>
                    </a:solidFill>
                  </a:tcPr>
                </a:tc>
                <a:extLst>
                  <a:ext uri="{0D108BD9-81ED-4DB2-BD59-A6C34878D82A}">
                    <a16:rowId xmlns:a16="http://schemas.microsoft.com/office/drawing/2014/main" val="2391180014"/>
                  </a:ext>
                </a:extLst>
              </a:tr>
              <a:tr h="380997">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prstClr val="black"/>
                          </a:solidFill>
                          <a:effectLst/>
                          <a:uLnTx/>
                          <a:uFillTx/>
                          <a:latin typeface="Tajawal" panose="00000500000000000000" pitchFamily="2" charset="-78"/>
                          <a:ea typeface="+mn-ea"/>
                          <a:cs typeface="Tajawal" panose="00000500000000000000" pitchFamily="2" charset="-78"/>
                        </a:rPr>
                        <a:t>-</a:t>
                      </a: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27/04/2026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23/04/2026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lang="en-US" sz="1150" b="0" kern="1200" noProof="0" dirty="0">
                        <a:solidFill>
                          <a:schemeClr val="tx1"/>
                        </a:solidFill>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r" defTabSz="914400" rtl="1" eaLnBrk="1" fontAlgn="base" latinLnBrk="0" hangingPunct="1">
                        <a:lnSpc>
                          <a:spcPct val="100000"/>
                        </a:lnSpc>
                        <a:spcBef>
                          <a:spcPts val="0"/>
                        </a:spcBef>
                        <a:spcAft>
                          <a:spcPts val="0"/>
                        </a:spcAft>
                        <a:buClrTx/>
                        <a:buSzTx/>
                        <a:buFontTx/>
                        <a:buNone/>
                        <a:tabLst/>
                        <a:defRPr/>
                      </a:pPr>
                      <a:r>
                        <a:rPr lang="ar-SA" sz="1150" b="0" i="0" kern="1200" dirty="0">
                          <a:solidFill>
                            <a:schemeClr val="tx1"/>
                          </a:solidFill>
                          <a:effectLst/>
                          <a:latin typeface="Sakkal Majalla" panose="02000000000000000000" pitchFamily="2" charset="-78"/>
                          <a:ea typeface="+mn-ea"/>
                          <a:cs typeface="Tajawal" panose="00000500000000000000"/>
                        </a:rPr>
                        <a:t>المرحلة الأولى من تدريب الموظفين على نظام إجراءات نزلاء السجون</a:t>
                      </a:r>
                      <a:r>
                        <a:rPr lang="en-US" sz="1150" b="0" i="0" kern="1200" dirty="0">
                          <a:solidFill>
                            <a:schemeClr val="tx1"/>
                          </a:solidFill>
                          <a:effectLst/>
                          <a:latin typeface="Sakkal Majalla" panose="02000000000000000000" pitchFamily="2" charset="-78"/>
                          <a:ea typeface="+mn-ea"/>
                          <a:cs typeface="Tajawal" panose="00000500000000000000"/>
                        </a:rPr>
                        <a:t>*</a:t>
                      </a:r>
                    </a:p>
                  </a:txBody>
                  <a:tcPr anchor="ctr">
                    <a:solidFill>
                      <a:srgbClr val="F2F2F2"/>
                    </a:solidFill>
                  </a:tcPr>
                </a:tc>
                <a:tc>
                  <a:txBody>
                    <a:bodyPr/>
                    <a:lstStyle/>
                    <a:p>
                      <a:pPr marL="0" algn="ctr" rtl="0" eaLnBrk="1" fontAlgn="base" latinLnBrk="0" hangingPunct="1"/>
                      <a:r>
                        <a:rPr lang="ar-LB" sz="1200" b="1" i="0" kern="1200" dirty="0">
                          <a:solidFill>
                            <a:schemeClr val="tx1"/>
                          </a:solidFill>
                          <a:effectLst/>
                          <a:latin typeface="Sakkal Majalla" panose="02000000000000000000" pitchFamily="2" charset="-78"/>
                          <a:ea typeface="+mn-ea"/>
                          <a:cs typeface="Sakkal Majalla" panose="02000000000000000000" pitchFamily="2" charset="-78"/>
                        </a:rPr>
                        <a:t>14</a:t>
                      </a:r>
                      <a:endParaRPr lang="en-US" sz="1200" b="1" i="0" kern="1200" dirty="0">
                        <a:solidFill>
                          <a:schemeClr val="tx1"/>
                        </a:solidFill>
                        <a:effectLst/>
                        <a:latin typeface="Sakkal Majalla" panose="02000000000000000000" pitchFamily="2" charset="-78"/>
                        <a:ea typeface="+mn-ea"/>
                        <a:cs typeface="Sakkal Majalla" panose="02000000000000000000" pitchFamily="2" charset="-78"/>
                      </a:endParaRPr>
                    </a:p>
                  </a:txBody>
                  <a:tcPr anchor="ctr">
                    <a:solidFill>
                      <a:srgbClr val="F2F2F2"/>
                    </a:solidFill>
                  </a:tcPr>
                </a:tc>
                <a:extLst>
                  <a:ext uri="{0D108BD9-81ED-4DB2-BD59-A6C34878D82A}">
                    <a16:rowId xmlns:a16="http://schemas.microsoft.com/office/drawing/2014/main" val="4267410081"/>
                  </a:ext>
                </a:extLst>
              </a:tr>
              <a:tr h="441960">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prstClr val="black"/>
                          </a:solidFill>
                          <a:effectLst/>
                          <a:uLnTx/>
                          <a:uFillTx/>
                          <a:latin typeface="Tajawal" panose="00000500000000000000" pitchFamily="2" charset="-78"/>
                          <a:ea typeface="+mn-ea"/>
                          <a:cs typeface="Tajawal" panose="00000500000000000000" pitchFamily="2" charset="-78"/>
                        </a:rPr>
                        <a:t>-</a:t>
                      </a: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14/12/2026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08/12/2026</a:t>
                      </a:r>
                    </a:p>
                  </a:txBody>
                  <a:tcPr anchor="ctr">
                    <a:solidFill>
                      <a:srgbClr val="F2F2F2"/>
                    </a:solidFill>
                  </a:tcPr>
                </a:tc>
                <a:tc>
                  <a:txBody>
                    <a:bodyPr/>
                    <a:lstStyle/>
                    <a:p>
                      <a:pPr marL="0" algn="ctr" defTabSz="914340" rtl="0" eaLnBrk="1" fontAlgn="base" latinLnBrk="0" hangingPunct="1"/>
                      <a:endParaRPr lang="en-US" sz="1150" b="0" kern="1200" dirty="0">
                        <a:solidFill>
                          <a:schemeClr val="tx1"/>
                        </a:solidFill>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r" defTabSz="914400" rtl="1" eaLnBrk="1" fontAlgn="base" latinLnBrk="0" hangingPunct="1">
                        <a:lnSpc>
                          <a:spcPct val="100000"/>
                        </a:lnSpc>
                        <a:spcBef>
                          <a:spcPts val="0"/>
                        </a:spcBef>
                        <a:spcAft>
                          <a:spcPts val="0"/>
                        </a:spcAft>
                        <a:buClrTx/>
                        <a:buSzTx/>
                        <a:buFontTx/>
                        <a:buNone/>
                        <a:tabLst/>
                        <a:defRPr/>
                      </a:pPr>
                      <a:r>
                        <a:rPr kumimoji="0" lang="ar-SA" sz="1150" b="0" i="0" u="none" strike="noStrike" kern="1200" cap="none" spc="0" normalizeH="0" baseline="0" noProof="0" dirty="0">
                          <a:ln>
                            <a:noFill/>
                          </a:ln>
                          <a:solidFill>
                            <a:schemeClr val="tx1"/>
                          </a:solidFill>
                          <a:effectLst/>
                          <a:uLnTx/>
                          <a:uFillTx/>
                          <a:latin typeface="Sakkal Majalla" panose="02000000000000000000" pitchFamily="2" charset="-78"/>
                          <a:ea typeface="+mn-ea"/>
                          <a:cs typeface="Tajawal" panose="00000500000000000000"/>
                        </a:rPr>
                        <a:t>المرحلة الثانية من تدريب الموظفين على نظام إجراءات نزلاء السجون*</a:t>
                      </a:r>
                      <a:endParaRPr kumimoji="0" lang="en-US" sz="1150" b="0" i="0" u="none" strike="noStrike" kern="1200" cap="none" spc="0" normalizeH="0" baseline="0" noProof="0" dirty="0">
                        <a:ln>
                          <a:noFill/>
                        </a:ln>
                        <a:solidFill>
                          <a:schemeClr val="tx1"/>
                        </a:solidFill>
                        <a:effectLst/>
                        <a:uLnTx/>
                        <a:uFillTx/>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ar-LB" sz="1200" b="1" i="0" kern="1200" dirty="0">
                          <a:solidFill>
                            <a:schemeClr val="tx1"/>
                          </a:solidFill>
                          <a:effectLst/>
                          <a:latin typeface="Sakkal Majalla" panose="02000000000000000000" pitchFamily="2" charset="-78"/>
                          <a:ea typeface="+mn-ea"/>
                          <a:cs typeface="Sakkal Majalla" panose="02000000000000000000" pitchFamily="2" charset="-78"/>
                        </a:rPr>
                        <a:t>15</a:t>
                      </a:r>
                      <a:endParaRPr lang="en-US" sz="1200" b="1" i="0" kern="1200" dirty="0">
                        <a:solidFill>
                          <a:schemeClr val="tx1"/>
                        </a:solidFill>
                        <a:effectLst/>
                        <a:latin typeface="Sakkal Majalla" panose="02000000000000000000" pitchFamily="2" charset="-78"/>
                        <a:ea typeface="+mn-ea"/>
                        <a:cs typeface="Sakkal Majalla" panose="02000000000000000000" pitchFamily="2" charset="-78"/>
                      </a:endParaRPr>
                    </a:p>
                  </a:txBody>
                  <a:tcPr anchor="ctr">
                    <a:solidFill>
                      <a:srgbClr val="F2F2F2"/>
                    </a:solidFill>
                  </a:tcPr>
                </a:tc>
                <a:extLst>
                  <a:ext uri="{0D108BD9-81ED-4DB2-BD59-A6C34878D82A}">
                    <a16:rowId xmlns:a16="http://schemas.microsoft.com/office/drawing/2014/main" val="2675841558"/>
                  </a:ext>
                </a:extLst>
              </a:tr>
              <a:tr h="447038">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prstClr val="black"/>
                          </a:solidFill>
                          <a:effectLst/>
                          <a:uLnTx/>
                          <a:uFillTx/>
                          <a:latin typeface="Tajawal" panose="00000500000000000000" pitchFamily="2" charset="-78"/>
                          <a:ea typeface="+mn-ea"/>
                          <a:cs typeface="Tajawal" panose="00000500000000000000" pitchFamily="2" charset="-78"/>
                        </a:rPr>
                        <a:t>-</a:t>
                      </a: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27/12/2026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14/12/2026</a:t>
                      </a:r>
                    </a:p>
                  </a:txBody>
                  <a:tcPr anchor="ctr">
                    <a:solidFill>
                      <a:srgbClr val="F2F2F2"/>
                    </a:solidFill>
                  </a:tcPr>
                </a:tc>
                <a:tc>
                  <a:txBody>
                    <a:bodyPr/>
                    <a:lstStyle/>
                    <a:p>
                      <a:pPr marL="0" algn="ctr" defTabSz="914340" rtl="0" eaLnBrk="1" fontAlgn="base" latinLnBrk="0" hangingPunct="1"/>
                      <a:endParaRPr lang="en-US" sz="1150" b="0" kern="1200" dirty="0">
                        <a:solidFill>
                          <a:schemeClr val="tx1"/>
                        </a:solidFill>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r" defTabSz="914400" rtl="1" eaLnBrk="1" fontAlgn="base" latinLnBrk="0" hangingPunct="1">
                        <a:lnSpc>
                          <a:spcPct val="100000"/>
                        </a:lnSpc>
                        <a:spcBef>
                          <a:spcPts val="0"/>
                        </a:spcBef>
                        <a:spcAft>
                          <a:spcPts val="0"/>
                        </a:spcAft>
                        <a:buClrTx/>
                        <a:buSzTx/>
                        <a:buFontTx/>
                        <a:buNone/>
                        <a:tabLst/>
                        <a:defRPr/>
                      </a:pPr>
                      <a:r>
                        <a:rPr kumimoji="0" lang="ar-SA" sz="1150" b="0" i="0" u="none" strike="noStrike" kern="1200" cap="none" spc="0" normalizeH="0" baseline="0" dirty="0" err="1">
                          <a:ln>
                            <a:noFill/>
                          </a:ln>
                          <a:solidFill>
                            <a:schemeClr val="tx1"/>
                          </a:solidFill>
                          <a:effectLst/>
                          <a:uLnTx/>
                          <a:uFillTx/>
                          <a:latin typeface="Sakkal Majalla" panose="02000000000000000000" pitchFamily="2" charset="-78"/>
                          <a:ea typeface="+mn-ea"/>
                          <a:cs typeface="Tajawal" panose="00000500000000000000"/>
                          <a:sym typeface="Cairo" pitchFamily="2" charset="-78"/>
                        </a:rPr>
                        <a:t>إختبارات</a:t>
                      </a:r>
                      <a:r>
                        <a:rPr kumimoji="0" lang="ar-SA" sz="1150" b="0" i="0" u="none" strike="noStrike" kern="1200" cap="none" spc="0" normalizeH="0" baseline="0" dirty="0">
                          <a:ln>
                            <a:noFill/>
                          </a:ln>
                          <a:solidFill>
                            <a:schemeClr val="tx1"/>
                          </a:solidFill>
                          <a:effectLst/>
                          <a:uLnTx/>
                          <a:uFillTx/>
                          <a:latin typeface="Sakkal Majalla" panose="02000000000000000000" pitchFamily="2" charset="-78"/>
                          <a:ea typeface="+mn-ea"/>
                          <a:cs typeface="Tajawal" panose="00000500000000000000"/>
                          <a:sym typeface="Cairo" pitchFamily="2" charset="-78"/>
                        </a:rPr>
                        <a:t> أداء النظام والفحص الامني/</a:t>
                      </a:r>
                      <a:r>
                        <a:rPr kumimoji="0" lang="ar-SA" sz="1150" b="0" i="0" u="none" strike="noStrike" kern="1200" cap="none" spc="0" normalizeH="0" baseline="0" dirty="0" err="1">
                          <a:ln>
                            <a:noFill/>
                          </a:ln>
                          <a:solidFill>
                            <a:schemeClr val="tx1"/>
                          </a:solidFill>
                          <a:effectLst/>
                          <a:uLnTx/>
                          <a:uFillTx/>
                          <a:latin typeface="Sakkal Majalla" panose="02000000000000000000" pitchFamily="2" charset="-78"/>
                          <a:ea typeface="+mn-ea"/>
                          <a:cs typeface="Tajawal" panose="00000500000000000000"/>
                          <a:sym typeface="Cairo" pitchFamily="2" charset="-78"/>
                        </a:rPr>
                        <a:t>الإختراق</a:t>
                      </a:r>
                      <a:r>
                        <a:rPr kumimoji="0" lang="ar-SA" sz="1150" b="0" i="0" u="none" strike="noStrike" kern="1200" cap="none" spc="0" normalizeH="0" baseline="0" dirty="0">
                          <a:ln>
                            <a:noFill/>
                          </a:ln>
                          <a:solidFill>
                            <a:schemeClr val="tx1"/>
                          </a:solidFill>
                          <a:effectLst/>
                          <a:uLnTx/>
                          <a:uFillTx/>
                          <a:latin typeface="Sakkal Majalla" panose="02000000000000000000" pitchFamily="2" charset="-78"/>
                          <a:ea typeface="+mn-ea"/>
                          <a:cs typeface="Tajawal" panose="00000500000000000000"/>
                          <a:sym typeface="Cairo" pitchFamily="2" charset="-78"/>
                        </a:rPr>
                        <a:t> (كامل النظام</a:t>
                      </a:r>
                      <a:r>
                        <a:rPr kumimoji="0" lang="en-US" sz="1150" b="0" i="0" u="none" strike="noStrike" kern="1200" cap="none" spc="0" normalizeH="0" baseline="0" dirty="0">
                          <a:ln>
                            <a:noFill/>
                          </a:ln>
                          <a:solidFill>
                            <a:schemeClr val="tx1"/>
                          </a:solidFill>
                          <a:effectLst/>
                          <a:uLnTx/>
                          <a:uFillTx/>
                          <a:latin typeface="Sakkal Majalla" panose="02000000000000000000" pitchFamily="2" charset="-78"/>
                          <a:ea typeface="+mn-ea"/>
                          <a:cs typeface="Tajawal" panose="00000500000000000000"/>
                          <a:sym typeface="Cairo" pitchFamily="2" charset="-78"/>
                        </a:rPr>
                        <a:t>(</a:t>
                      </a:r>
                      <a:endParaRPr kumimoji="0" lang="en-US" sz="1150" b="0" i="0" u="none" strike="noStrike" kern="1200" cap="none" spc="0" normalizeH="0" baseline="0" noProof="0" dirty="0">
                        <a:ln>
                          <a:noFill/>
                        </a:ln>
                        <a:solidFill>
                          <a:schemeClr val="tx1"/>
                        </a:solidFill>
                        <a:effectLst/>
                        <a:uLnTx/>
                        <a:uFillTx/>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ar-LB" sz="1200" b="1" i="0" kern="1200" dirty="0">
                          <a:solidFill>
                            <a:schemeClr val="tx1"/>
                          </a:solidFill>
                          <a:effectLst/>
                          <a:latin typeface="Sakkal Majalla" panose="02000000000000000000" pitchFamily="2" charset="-78"/>
                          <a:ea typeface="+mn-ea"/>
                          <a:cs typeface="Sakkal Majalla" panose="02000000000000000000" pitchFamily="2" charset="-78"/>
                        </a:rPr>
                        <a:t>16</a:t>
                      </a:r>
                      <a:endParaRPr lang="en-US" sz="1200" b="1" i="0" kern="1200" dirty="0">
                        <a:solidFill>
                          <a:schemeClr val="tx1"/>
                        </a:solidFill>
                        <a:effectLst/>
                        <a:latin typeface="Sakkal Majalla" panose="02000000000000000000" pitchFamily="2" charset="-78"/>
                        <a:ea typeface="+mn-ea"/>
                        <a:cs typeface="Sakkal Majalla" panose="02000000000000000000" pitchFamily="2" charset="-78"/>
                      </a:endParaRPr>
                    </a:p>
                  </a:txBody>
                  <a:tcPr anchor="ctr">
                    <a:solidFill>
                      <a:srgbClr val="F2F2F2"/>
                    </a:solidFill>
                  </a:tcPr>
                </a:tc>
                <a:extLst>
                  <a:ext uri="{0D108BD9-81ED-4DB2-BD59-A6C34878D82A}">
                    <a16:rowId xmlns:a16="http://schemas.microsoft.com/office/drawing/2014/main" val="35407926"/>
                  </a:ext>
                </a:extLst>
              </a:tr>
            </a:tbl>
          </a:graphicData>
        </a:graphic>
      </p:graphicFrame>
      <p:sp>
        <p:nvSpPr>
          <p:cNvPr id="6" name="Rectangle 5">
            <a:extLst>
              <a:ext uri="{FF2B5EF4-FFF2-40B4-BE49-F238E27FC236}">
                <a16:creationId xmlns:a16="http://schemas.microsoft.com/office/drawing/2014/main" id="{0244CDEA-CDA1-B726-A601-CFE94886062A}"/>
              </a:ext>
            </a:extLst>
          </p:cNvPr>
          <p:cNvSpPr/>
          <p:nvPr/>
        </p:nvSpPr>
        <p:spPr>
          <a:xfrm>
            <a:off x="354636" y="1485281"/>
            <a:ext cx="11323320" cy="3879199"/>
          </a:xfrm>
          <a:prstGeom prst="rect">
            <a:avLst/>
          </a:prstGeom>
          <a:noFill/>
          <a:ln w="63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latin typeface="Sakkal Majalla" panose="02000000000000000000" pitchFamily="2" charset="-78"/>
              <a:cs typeface="Tajawal" panose="00000500000000000000"/>
            </a:endParaRPr>
          </a:p>
        </p:txBody>
      </p:sp>
      <p:sp>
        <p:nvSpPr>
          <p:cNvPr id="7" name="TextBox 6">
            <a:extLst>
              <a:ext uri="{FF2B5EF4-FFF2-40B4-BE49-F238E27FC236}">
                <a16:creationId xmlns:a16="http://schemas.microsoft.com/office/drawing/2014/main" id="{9DD012BF-5722-C887-92DE-252963E51D2B}"/>
              </a:ext>
            </a:extLst>
          </p:cNvPr>
          <p:cNvSpPr txBox="1"/>
          <p:nvPr/>
        </p:nvSpPr>
        <p:spPr>
          <a:xfrm>
            <a:off x="8504958" y="1380072"/>
            <a:ext cx="2844389" cy="215444"/>
          </a:xfrm>
          <a:prstGeom prst="rect">
            <a:avLst/>
          </a:prstGeom>
          <a:solidFill>
            <a:schemeClr val="bg1"/>
          </a:solidFill>
          <a:ln>
            <a:noFill/>
          </a:ln>
        </p:spPr>
        <p:txBody>
          <a:bodyPr wrap="square" lIns="0" tIns="0" rIns="0" bIns="0" rtlCol="0" anchor="ctr">
            <a:spAutoFit/>
          </a:bodyPr>
          <a:lstStyle/>
          <a:p>
            <a:pPr indent="117475" algn="ctr" rtl="1"/>
            <a:r>
              <a:rPr lang="ar-SA" sz="1400" b="1" dirty="0">
                <a:solidFill>
                  <a:schemeClr val="accent1"/>
                </a:solidFill>
                <a:latin typeface="Sakkal Majalla" panose="02000000000000000000" pitchFamily="2" charset="-78"/>
                <a:cs typeface="Tajawal" panose="00000500000000000000"/>
              </a:rPr>
              <a:t>المعالم الرئيسية (</a:t>
            </a:r>
            <a:r>
              <a:rPr lang="en-US" sz="1400" b="1" dirty="0">
                <a:solidFill>
                  <a:schemeClr val="accent1"/>
                </a:solidFill>
                <a:latin typeface="Sakkal Majalla" panose="02000000000000000000" pitchFamily="2" charset="-78"/>
                <a:cs typeface="Tajawal" panose="00000500000000000000"/>
              </a:rPr>
              <a:t>CRM &amp; Portals</a:t>
            </a:r>
            <a:r>
              <a:rPr lang="ar-SA" sz="1400" b="1" dirty="0">
                <a:solidFill>
                  <a:schemeClr val="accent1"/>
                </a:solidFill>
                <a:latin typeface="Sakkal Majalla" panose="02000000000000000000" pitchFamily="2" charset="-78"/>
                <a:cs typeface="Tajawal" panose="00000500000000000000"/>
              </a:rPr>
              <a:t>)</a:t>
            </a:r>
            <a:endParaRPr lang="en-US" sz="1400" b="1" dirty="0">
              <a:solidFill>
                <a:schemeClr val="accent1"/>
              </a:solidFill>
              <a:latin typeface="Sakkal Majalla" panose="02000000000000000000" pitchFamily="2" charset="-78"/>
              <a:cs typeface="Tajawal" panose="00000500000000000000"/>
            </a:endParaRPr>
          </a:p>
        </p:txBody>
      </p:sp>
      <p:grpSp>
        <p:nvGrpSpPr>
          <p:cNvPr id="8" name="Group 7">
            <a:extLst>
              <a:ext uri="{FF2B5EF4-FFF2-40B4-BE49-F238E27FC236}">
                <a16:creationId xmlns:a16="http://schemas.microsoft.com/office/drawing/2014/main" id="{16D1AFC0-2B50-2D8B-83F7-50E0EC0232E3}"/>
              </a:ext>
            </a:extLst>
          </p:cNvPr>
          <p:cNvGrpSpPr/>
          <p:nvPr/>
        </p:nvGrpSpPr>
        <p:grpSpPr>
          <a:xfrm>
            <a:off x="6230561" y="5775667"/>
            <a:ext cx="5447395" cy="365307"/>
            <a:chOff x="6647658" y="5843797"/>
            <a:chExt cx="5447395" cy="365307"/>
          </a:xfrm>
        </p:grpSpPr>
        <p:sp>
          <p:nvSpPr>
            <p:cNvPr id="9" name="Rectangle 8">
              <a:extLst>
                <a:ext uri="{FF2B5EF4-FFF2-40B4-BE49-F238E27FC236}">
                  <a16:creationId xmlns:a16="http://schemas.microsoft.com/office/drawing/2014/main" id="{C8E85552-1182-1F78-970C-3722ED992604}"/>
                </a:ext>
              </a:extLst>
            </p:cNvPr>
            <p:cNvSpPr/>
            <p:nvPr/>
          </p:nvSpPr>
          <p:spPr>
            <a:xfrm>
              <a:off x="6647658" y="5854243"/>
              <a:ext cx="864184" cy="160966"/>
            </a:xfrm>
            <a:prstGeom prst="rect">
              <a:avLst/>
            </a:prstGeom>
            <a:solidFill>
              <a:srgbClr val="F04C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1050" dirty="0">
                  <a:latin typeface="Tajawal" panose="00000500000000000000" pitchFamily="2" charset="-78"/>
                  <a:cs typeface="Tajawal" panose="00000500000000000000" pitchFamily="2" charset="-78"/>
                </a:rPr>
                <a:t>متأخر</a:t>
              </a:r>
              <a:endParaRPr lang="en-US" sz="1050" dirty="0">
                <a:latin typeface="Tajawal" panose="00000500000000000000" pitchFamily="2" charset="-78"/>
                <a:cs typeface="Tajawal" panose="00000500000000000000" pitchFamily="2" charset="-78"/>
              </a:endParaRPr>
            </a:p>
          </p:txBody>
        </p:sp>
        <p:sp>
          <p:nvSpPr>
            <p:cNvPr id="10" name="Rectangle 9">
              <a:extLst>
                <a:ext uri="{FF2B5EF4-FFF2-40B4-BE49-F238E27FC236}">
                  <a16:creationId xmlns:a16="http://schemas.microsoft.com/office/drawing/2014/main" id="{1EE3C06C-5DAE-9592-C756-5BC177C52BA1}"/>
                </a:ext>
              </a:extLst>
            </p:cNvPr>
            <p:cNvSpPr/>
            <p:nvPr/>
          </p:nvSpPr>
          <p:spPr>
            <a:xfrm>
              <a:off x="8632224" y="5843797"/>
              <a:ext cx="829454" cy="171579"/>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LB" sz="1050" dirty="0">
                  <a:latin typeface="Tajawal" panose="00000500000000000000" pitchFamily="2" charset="-78"/>
                  <a:cs typeface="Tajawal" panose="00000500000000000000" pitchFamily="2" charset="-78"/>
                </a:rPr>
                <a:t>على المسار</a:t>
              </a:r>
              <a:endParaRPr lang="en-US" sz="1050" dirty="0">
                <a:latin typeface="Tajawal" panose="00000500000000000000" pitchFamily="2" charset="-78"/>
                <a:cs typeface="Tajawal" panose="00000500000000000000" pitchFamily="2" charset="-78"/>
              </a:endParaRPr>
            </a:p>
          </p:txBody>
        </p:sp>
        <p:sp>
          <p:nvSpPr>
            <p:cNvPr id="11" name="Rectangle 10">
              <a:extLst>
                <a:ext uri="{FF2B5EF4-FFF2-40B4-BE49-F238E27FC236}">
                  <a16:creationId xmlns:a16="http://schemas.microsoft.com/office/drawing/2014/main" id="{935536D3-6BD0-EAFF-726B-C3484DA88F22}"/>
                </a:ext>
              </a:extLst>
            </p:cNvPr>
            <p:cNvSpPr/>
            <p:nvPr/>
          </p:nvSpPr>
          <p:spPr>
            <a:xfrm>
              <a:off x="9519419" y="5843797"/>
              <a:ext cx="868030" cy="171579"/>
            </a:xfrm>
            <a:prstGeom prst="rect">
              <a:avLst/>
            </a:prstGeom>
            <a:solidFill>
              <a:srgbClr val="00AB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LB" sz="1050" dirty="0">
                  <a:latin typeface="Tajawal" panose="00000500000000000000" pitchFamily="2" charset="-78"/>
                  <a:cs typeface="Tajawal" panose="00000500000000000000" pitchFamily="2" charset="-78"/>
                </a:rPr>
                <a:t>مكتملة</a:t>
              </a:r>
              <a:endParaRPr lang="en-US" sz="1050" dirty="0">
                <a:latin typeface="Tajawal" panose="00000500000000000000" pitchFamily="2" charset="-78"/>
                <a:cs typeface="Tajawal" panose="00000500000000000000" pitchFamily="2" charset="-78"/>
              </a:endParaRPr>
            </a:p>
          </p:txBody>
        </p:sp>
        <p:sp>
          <p:nvSpPr>
            <p:cNvPr id="12" name="Rectangle 11">
              <a:extLst>
                <a:ext uri="{FF2B5EF4-FFF2-40B4-BE49-F238E27FC236}">
                  <a16:creationId xmlns:a16="http://schemas.microsoft.com/office/drawing/2014/main" id="{F4B0BDF8-5A43-8713-1279-446941FF15FB}"/>
                </a:ext>
              </a:extLst>
            </p:cNvPr>
            <p:cNvSpPr/>
            <p:nvPr/>
          </p:nvSpPr>
          <p:spPr>
            <a:xfrm>
              <a:off x="7579741" y="5854243"/>
              <a:ext cx="989472" cy="16096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LB" sz="1050" dirty="0">
                  <a:latin typeface="Tajawal" panose="00000500000000000000" pitchFamily="2" charset="-78"/>
                  <a:cs typeface="Tajawal" panose="00000500000000000000" pitchFamily="2" charset="-78"/>
                </a:rPr>
                <a:t>مخاطر محتملة</a:t>
              </a:r>
              <a:endParaRPr lang="en-US" sz="1050" dirty="0">
                <a:latin typeface="Tajawal" panose="00000500000000000000" pitchFamily="2" charset="-78"/>
                <a:cs typeface="Tajawal" panose="00000500000000000000" pitchFamily="2" charset="-78"/>
              </a:endParaRPr>
            </a:p>
          </p:txBody>
        </p:sp>
        <p:sp>
          <p:nvSpPr>
            <p:cNvPr id="13" name="TextBox 12">
              <a:extLst>
                <a:ext uri="{FF2B5EF4-FFF2-40B4-BE49-F238E27FC236}">
                  <a16:creationId xmlns:a16="http://schemas.microsoft.com/office/drawing/2014/main" id="{EE561C19-D584-F895-C0B2-01E4FF216541}"/>
                </a:ext>
              </a:extLst>
            </p:cNvPr>
            <p:cNvSpPr txBox="1"/>
            <p:nvPr/>
          </p:nvSpPr>
          <p:spPr>
            <a:xfrm>
              <a:off x="7584475" y="5955188"/>
              <a:ext cx="989472" cy="253916"/>
            </a:xfrm>
            <a:prstGeom prst="rect">
              <a:avLst/>
            </a:prstGeom>
            <a:noFill/>
          </p:spPr>
          <p:txBody>
            <a:bodyPr wrap="square" rtlCol="0">
              <a:spAutoFit/>
            </a:bodyPr>
            <a:lstStyle/>
            <a:p>
              <a:pPr algn="ctr"/>
              <a:r>
                <a:rPr lang="en-US" sz="1000" dirty="0">
                  <a:latin typeface="Tajawal" panose="00000500000000000000" pitchFamily="2" charset="-78"/>
                  <a:cs typeface="Tajawal" panose="00000500000000000000" pitchFamily="2" charset="-78"/>
                </a:rPr>
                <a:t>2 &lt; Delay % &lt;</a:t>
              </a:r>
              <a:r>
                <a:rPr lang="ar-LB" sz="1000" dirty="0">
                  <a:latin typeface="Tajawal" panose="00000500000000000000" pitchFamily="2" charset="-78"/>
                  <a:cs typeface="Tajawal" panose="00000500000000000000" pitchFamily="2" charset="-78"/>
                </a:rPr>
                <a:t>5</a:t>
              </a:r>
              <a:endParaRPr lang="en-US" sz="1000" dirty="0">
                <a:latin typeface="Tajawal" panose="00000500000000000000" pitchFamily="2" charset="-78"/>
                <a:cs typeface="Tajawal" panose="00000500000000000000" pitchFamily="2" charset="-78"/>
              </a:endParaRPr>
            </a:p>
          </p:txBody>
        </p:sp>
        <p:sp>
          <p:nvSpPr>
            <p:cNvPr id="14" name="TextBox 13">
              <a:extLst>
                <a:ext uri="{FF2B5EF4-FFF2-40B4-BE49-F238E27FC236}">
                  <a16:creationId xmlns:a16="http://schemas.microsoft.com/office/drawing/2014/main" id="{9385F7C9-D3C8-9B29-DA98-1A3A5433B958}"/>
                </a:ext>
              </a:extLst>
            </p:cNvPr>
            <p:cNvSpPr txBox="1"/>
            <p:nvPr/>
          </p:nvSpPr>
          <p:spPr>
            <a:xfrm>
              <a:off x="6662013" y="5955188"/>
              <a:ext cx="835473" cy="253916"/>
            </a:xfrm>
            <a:prstGeom prst="rect">
              <a:avLst/>
            </a:prstGeom>
            <a:noFill/>
          </p:spPr>
          <p:txBody>
            <a:bodyPr wrap="square" rtlCol="0">
              <a:spAutoFit/>
            </a:bodyPr>
            <a:lstStyle/>
            <a:p>
              <a:pPr algn="ctr"/>
              <a:r>
                <a:rPr lang="en-US" sz="1000" dirty="0">
                  <a:latin typeface="Tajawal" panose="00000500000000000000" pitchFamily="2" charset="-78"/>
                  <a:cs typeface="Tajawal" panose="00000500000000000000" pitchFamily="2" charset="-78"/>
                </a:rPr>
                <a:t>Delay % &gt; </a:t>
              </a:r>
              <a:r>
                <a:rPr lang="ar-LB" sz="1000" dirty="0">
                  <a:latin typeface="Tajawal" panose="00000500000000000000" pitchFamily="2" charset="-78"/>
                  <a:cs typeface="Tajawal" panose="00000500000000000000" pitchFamily="2" charset="-78"/>
                </a:rPr>
                <a:t>5</a:t>
              </a:r>
              <a:endParaRPr lang="en-US" sz="1000" dirty="0">
                <a:latin typeface="Tajawal" panose="00000500000000000000" pitchFamily="2" charset="-78"/>
                <a:cs typeface="Tajawal" panose="00000500000000000000" pitchFamily="2" charset="-78"/>
              </a:endParaRPr>
            </a:p>
          </p:txBody>
        </p:sp>
        <p:sp>
          <p:nvSpPr>
            <p:cNvPr id="15" name="TextBox 14">
              <a:extLst>
                <a:ext uri="{FF2B5EF4-FFF2-40B4-BE49-F238E27FC236}">
                  <a16:creationId xmlns:a16="http://schemas.microsoft.com/office/drawing/2014/main" id="{67E7E347-2AD6-3D54-B4D9-8B6D13C3565C}"/>
                </a:ext>
              </a:extLst>
            </p:cNvPr>
            <p:cNvSpPr txBox="1"/>
            <p:nvPr/>
          </p:nvSpPr>
          <p:spPr>
            <a:xfrm>
              <a:off x="8586629" y="5955188"/>
              <a:ext cx="989472" cy="246221"/>
            </a:xfrm>
            <a:prstGeom prst="rect">
              <a:avLst/>
            </a:prstGeom>
            <a:noFill/>
          </p:spPr>
          <p:txBody>
            <a:bodyPr wrap="square" rtlCol="0">
              <a:spAutoFit/>
            </a:bodyPr>
            <a:lstStyle/>
            <a:p>
              <a:pPr algn="ctr"/>
              <a:r>
                <a:rPr lang="en-US" sz="1000" dirty="0">
                  <a:latin typeface="Tajawal" panose="00000500000000000000" pitchFamily="2" charset="-78"/>
                  <a:cs typeface="Tajawal" panose="00000500000000000000" pitchFamily="2" charset="-78"/>
                </a:rPr>
                <a:t>2 &gt; Delay % = 0</a:t>
              </a:r>
            </a:p>
          </p:txBody>
        </p:sp>
        <p:sp>
          <p:nvSpPr>
            <p:cNvPr id="16" name="Rectangle 15">
              <a:extLst>
                <a:ext uri="{FF2B5EF4-FFF2-40B4-BE49-F238E27FC236}">
                  <a16:creationId xmlns:a16="http://schemas.microsoft.com/office/drawing/2014/main" id="{73D1D7E1-4381-CD8A-B394-9C125881C5F0}"/>
                </a:ext>
              </a:extLst>
            </p:cNvPr>
            <p:cNvSpPr/>
            <p:nvPr/>
          </p:nvSpPr>
          <p:spPr>
            <a:xfrm>
              <a:off x="11320239" y="5860590"/>
              <a:ext cx="774814" cy="170188"/>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lnSpc>
                  <a:spcPct val="85000"/>
                </a:lnSpc>
                <a:spcAft>
                  <a:spcPts val="600"/>
                </a:spcAft>
                <a:buClr>
                  <a:srgbClr val="FFE600"/>
                </a:buClr>
                <a:buSzPct val="70000"/>
              </a:pPr>
              <a:r>
                <a:rPr lang="ar-SA" sz="1050" b="1" dirty="0">
                  <a:solidFill>
                    <a:schemeClr val="tx1"/>
                  </a:solidFill>
                  <a:latin typeface="Tajawal" panose="00000500000000000000" pitchFamily="2" charset="-78"/>
                  <a:cs typeface="Tajawal" panose="00000500000000000000" pitchFamily="2" charset="-78"/>
                </a:rPr>
                <a:t>الدليل</a:t>
              </a:r>
              <a:r>
                <a:rPr lang="ar-LB" sz="1050" b="1" dirty="0">
                  <a:solidFill>
                    <a:schemeClr val="tx1"/>
                  </a:solidFill>
                  <a:latin typeface="Tajawal" panose="00000500000000000000" pitchFamily="2" charset="-78"/>
                  <a:cs typeface="Tajawal" panose="00000500000000000000" pitchFamily="2" charset="-78"/>
                </a:rPr>
                <a:t> </a:t>
              </a:r>
              <a:endParaRPr lang="en-US" sz="1050" b="1" dirty="0">
                <a:solidFill>
                  <a:schemeClr val="tx1"/>
                </a:solidFill>
                <a:latin typeface="Tajawal" panose="00000500000000000000" pitchFamily="2" charset="-78"/>
                <a:cs typeface="Tajawal" panose="00000500000000000000" pitchFamily="2" charset="-78"/>
              </a:endParaRPr>
            </a:p>
          </p:txBody>
        </p:sp>
        <p:sp>
          <p:nvSpPr>
            <p:cNvPr id="17" name="Rectangle 16">
              <a:extLst>
                <a:ext uri="{FF2B5EF4-FFF2-40B4-BE49-F238E27FC236}">
                  <a16:creationId xmlns:a16="http://schemas.microsoft.com/office/drawing/2014/main" id="{DF3A7886-6122-EE5C-64FE-8C25D4F221DE}"/>
                </a:ext>
              </a:extLst>
            </p:cNvPr>
            <p:cNvSpPr/>
            <p:nvPr/>
          </p:nvSpPr>
          <p:spPr>
            <a:xfrm>
              <a:off x="10455348" y="5849502"/>
              <a:ext cx="796992" cy="161134"/>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1050" dirty="0">
                  <a:latin typeface="Tajawal" panose="00000500000000000000" pitchFamily="2" charset="-78"/>
                  <a:cs typeface="Tajawal" panose="00000500000000000000" pitchFamily="2" charset="-78"/>
                </a:rPr>
                <a:t>لم تبدأ</a:t>
              </a:r>
              <a:endParaRPr lang="en-US" sz="1050" dirty="0">
                <a:latin typeface="Tajawal" panose="00000500000000000000" pitchFamily="2" charset="-78"/>
                <a:cs typeface="Tajawal" panose="00000500000000000000" pitchFamily="2" charset="-78"/>
              </a:endParaRPr>
            </a:p>
          </p:txBody>
        </p:sp>
      </p:grpSp>
      <p:sp>
        <p:nvSpPr>
          <p:cNvPr id="3" name="Oval 2">
            <a:extLst>
              <a:ext uri="{FF2B5EF4-FFF2-40B4-BE49-F238E27FC236}">
                <a16:creationId xmlns:a16="http://schemas.microsoft.com/office/drawing/2014/main" id="{FE350311-23A1-733A-7265-43F7273E5A4C}"/>
              </a:ext>
            </a:extLst>
          </p:cNvPr>
          <p:cNvSpPr/>
          <p:nvPr/>
        </p:nvSpPr>
        <p:spPr>
          <a:xfrm>
            <a:off x="8504958" y="2444143"/>
            <a:ext cx="182880" cy="18288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4" name="Oval 3">
            <a:extLst>
              <a:ext uri="{FF2B5EF4-FFF2-40B4-BE49-F238E27FC236}">
                <a16:creationId xmlns:a16="http://schemas.microsoft.com/office/drawing/2014/main" id="{E1709204-5D31-E4F0-6F10-3594495AFBE4}"/>
              </a:ext>
            </a:extLst>
          </p:cNvPr>
          <p:cNvSpPr/>
          <p:nvPr/>
        </p:nvSpPr>
        <p:spPr>
          <a:xfrm>
            <a:off x="8504958" y="2901531"/>
            <a:ext cx="182880" cy="18288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5" name="Oval 4">
            <a:extLst>
              <a:ext uri="{FF2B5EF4-FFF2-40B4-BE49-F238E27FC236}">
                <a16:creationId xmlns:a16="http://schemas.microsoft.com/office/drawing/2014/main" id="{94D2BB77-FA79-4D42-6156-97D4FB0566BA}"/>
              </a:ext>
            </a:extLst>
          </p:cNvPr>
          <p:cNvSpPr/>
          <p:nvPr/>
        </p:nvSpPr>
        <p:spPr>
          <a:xfrm>
            <a:off x="8504958" y="3415479"/>
            <a:ext cx="182880" cy="18288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9" name="Oval 18">
            <a:extLst>
              <a:ext uri="{FF2B5EF4-FFF2-40B4-BE49-F238E27FC236}">
                <a16:creationId xmlns:a16="http://schemas.microsoft.com/office/drawing/2014/main" id="{9FCADE95-C5EB-B84F-4ACD-12BFEF1B7AAA}"/>
              </a:ext>
            </a:extLst>
          </p:cNvPr>
          <p:cNvSpPr/>
          <p:nvPr/>
        </p:nvSpPr>
        <p:spPr>
          <a:xfrm>
            <a:off x="8507355" y="3869430"/>
            <a:ext cx="182880" cy="18288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0" name="Oval 19">
            <a:extLst>
              <a:ext uri="{FF2B5EF4-FFF2-40B4-BE49-F238E27FC236}">
                <a16:creationId xmlns:a16="http://schemas.microsoft.com/office/drawing/2014/main" id="{21464CC4-0200-B3F4-0E77-4464C736774C}"/>
              </a:ext>
            </a:extLst>
          </p:cNvPr>
          <p:cNvSpPr/>
          <p:nvPr/>
        </p:nvSpPr>
        <p:spPr>
          <a:xfrm>
            <a:off x="8504958" y="4312299"/>
            <a:ext cx="182880" cy="18288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2" name="TextBox 21">
            <a:extLst>
              <a:ext uri="{FF2B5EF4-FFF2-40B4-BE49-F238E27FC236}">
                <a16:creationId xmlns:a16="http://schemas.microsoft.com/office/drawing/2014/main" id="{E00DE723-6E10-3DC6-39D3-C9C1F6DA1AFF}"/>
              </a:ext>
            </a:extLst>
          </p:cNvPr>
          <p:cNvSpPr txBox="1"/>
          <p:nvPr/>
        </p:nvSpPr>
        <p:spPr>
          <a:xfrm>
            <a:off x="1309255" y="5775667"/>
            <a:ext cx="3730336" cy="369332"/>
          </a:xfrm>
          <a:prstGeom prst="rect">
            <a:avLst/>
          </a:prstGeom>
          <a:noFill/>
        </p:spPr>
        <p:txBody>
          <a:bodyPr wrap="square" rtlCol="0">
            <a:spAutoFit/>
          </a:bodyPr>
          <a:lstStyle/>
          <a:p>
            <a:pPr algn="r" rtl="1"/>
            <a:r>
              <a:rPr lang="ar-SA" dirty="0"/>
              <a:t>* تشير إلى المعالم الرئيسية المرتبطة </a:t>
            </a:r>
            <a:endParaRPr lang="en-US" dirty="0"/>
          </a:p>
        </p:txBody>
      </p:sp>
      <p:sp>
        <p:nvSpPr>
          <p:cNvPr id="18" name="Text Placeholder 1">
            <a:extLst>
              <a:ext uri="{FF2B5EF4-FFF2-40B4-BE49-F238E27FC236}">
                <a16:creationId xmlns:a16="http://schemas.microsoft.com/office/drawing/2014/main" id="{C4A3ABE0-6F42-5066-584C-0E79432B0DDC}"/>
              </a:ext>
            </a:extLst>
          </p:cNvPr>
          <p:cNvSpPr txBox="1">
            <a:spLocks/>
          </p:cNvSpPr>
          <p:nvPr/>
        </p:nvSpPr>
        <p:spPr>
          <a:xfrm>
            <a:off x="4476894" y="470647"/>
            <a:ext cx="3931947" cy="418264"/>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ar-SA" b="1" dirty="0">
                <a:latin typeface="Tajawal" panose="00000500000000000000" pitchFamily="2" charset="-78"/>
                <a:cs typeface="Tajawal" panose="00000500000000000000" pitchFamily="2" charset="-78"/>
              </a:rPr>
              <a:t>ملخص تنفيذي</a:t>
            </a:r>
            <a:endParaRPr lang="en-US" b="1" dirty="0">
              <a:latin typeface="Tajawal" panose="00000500000000000000" pitchFamily="2" charset="-78"/>
              <a:cs typeface="Tajawal" panose="00000500000000000000" pitchFamily="2" charset="-78"/>
            </a:endParaRPr>
          </a:p>
        </p:txBody>
      </p:sp>
    </p:spTree>
    <p:extLst>
      <p:ext uri="{BB962C8B-B14F-4D97-AF65-F5344CB8AC3E}">
        <p14:creationId xmlns:p14="http://schemas.microsoft.com/office/powerpoint/2010/main" val="329685573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08F1D-F253-4DDE-5D9C-36C90D161DD9}"/>
            </a:ext>
          </a:extLst>
        </p:cNvPr>
        <p:cNvGrpSpPr/>
        <p:nvPr/>
      </p:nvGrpSpPr>
      <p:grpSpPr>
        <a:xfrm>
          <a:off x="0" y="0"/>
          <a:ext cx="0" cy="0"/>
          <a:chOff x="0" y="0"/>
          <a:chExt cx="0" cy="0"/>
        </a:xfrm>
      </p:grpSpPr>
      <p:sp>
        <p:nvSpPr>
          <p:cNvPr id="46" name="Rectangle 42">
            <a:extLst>
              <a:ext uri="{FF2B5EF4-FFF2-40B4-BE49-F238E27FC236}">
                <a16:creationId xmlns:a16="http://schemas.microsoft.com/office/drawing/2014/main" id="{52BFE819-5D7F-181C-D063-DE229814EF17}"/>
              </a:ext>
            </a:extLst>
          </p:cNvPr>
          <p:cNvSpPr>
            <a:spLocks noChangeArrowheads="1"/>
          </p:cNvSpPr>
          <p:nvPr/>
        </p:nvSpPr>
        <p:spPr bwMode="auto">
          <a:xfrm>
            <a:off x="-1275604" y="143792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7" name="Rectangle 58">
            <a:extLst>
              <a:ext uri="{FF2B5EF4-FFF2-40B4-BE49-F238E27FC236}">
                <a16:creationId xmlns:a16="http://schemas.microsoft.com/office/drawing/2014/main" id="{78FD9846-27E4-230D-6E26-CFF5B6766E6F}"/>
              </a:ext>
            </a:extLst>
          </p:cNvPr>
          <p:cNvSpPr>
            <a:spLocks noChangeArrowheads="1"/>
          </p:cNvSpPr>
          <p:nvPr/>
        </p:nvSpPr>
        <p:spPr bwMode="auto">
          <a:xfrm>
            <a:off x="0" y="47064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 name="Table 1">
            <a:extLst>
              <a:ext uri="{FF2B5EF4-FFF2-40B4-BE49-F238E27FC236}">
                <a16:creationId xmlns:a16="http://schemas.microsoft.com/office/drawing/2014/main" id="{B89F6679-68F7-86EE-7874-E71E4F08A865}"/>
              </a:ext>
            </a:extLst>
          </p:cNvPr>
          <p:cNvGraphicFramePr>
            <a:graphicFrameLocks noGrp="1"/>
          </p:cNvGraphicFramePr>
          <p:nvPr>
            <p:extLst>
              <p:ext uri="{D42A27DB-BD31-4B8C-83A1-F6EECF244321}">
                <p14:modId xmlns:p14="http://schemas.microsoft.com/office/powerpoint/2010/main" val="1247808061"/>
              </p:ext>
            </p:extLst>
          </p:nvPr>
        </p:nvGraphicFramePr>
        <p:xfrm>
          <a:off x="447395" y="1671730"/>
          <a:ext cx="11122883" cy="2957074"/>
        </p:xfrm>
        <a:graphic>
          <a:graphicData uri="http://schemas.openxmlformats.org/drawingml/2006/table">
            <a:tbl>
              <a:tblPr>
                <a:tableStyleId>{7DF18680-E054-41AD-8BC1-D1AEF772440D}</a:tableStyleId>
              </a:tblPr>
              <a:tblGrid>
                <a:gridCol w="1968838">
                  <a:extLst>
                    <a:ext uri="{9D8B030D-6E8A-4147-A177-3AD203B41FA5}">
                      <a16:colId xmlns:a16="http://schemas.microsoft.com/office/drawing/2014/main" val="440369287"/>
                    </a:ext>
                  </a:extLst>
                </a:gridCol>
                <a:gridCol w="626225">
                  <a:extLst>
                    <a:ext uri="{9D8B030D-6E8A-4147-A177-3AD203B41FA5}">
                      <a16:colId xmlns:a16="http://schemas.microsoft.com/office/drawing/2014/main" val="1766651830"/>
                    </a:ext>
                  </a:extLst>
                </a:gridCol>
                <a:gridCol w="753687">
                  <a:extLst>
                    <a:ext uri="{9D8B030D-6E8A-4147-A177-3AD203B41FA5}">
                      <a16:colId xmlns:a16="http://schemas.microsoft.com/office/drawing/2014/main" val="597392431"/>
                    </a:ext>
                  </a:extLst>
                </a:gridCol>
                <a:gridCol w="770313">
                  <a:extLst>
                    <a:ext uri="{9D8B030D-6E8A-4147-A177-3AD203B41FA5}">
                      <a16:colId xmlns:a16="http://schemas.microsoft.com/office/drawing/2014/main" val="1080070471"/>
                    </a:ext>
                  </a:extLst>
                </a:gridCol>
                <a:gridCol w="931026">
                  <a:extLst>
                    <a:ext uri="{9D8B030D-6E8A-4147-A177-3AD203B41FA5}">
                      <a16:colId xmlns:a16="http://schemas.microsoft.com/office/drawing/2014/main" val="53463299"/>
                    </a:ext>
                  </a:extLst>
                </a:gridCol>
                <a:gridCol w="903316">
                  <a:extLst>
                    <a:ext uri="{9D8B030D-6E8A-4147-A177-3AD203B41FA5}">
                      <a16:colId xmlns:a16="http://schemas.microsoft.com/office/drawing/2014/main" val="3091525918"/>
                    </a:ext>
                  </a:extLst>
                </a:gridCol>
                <a:gridCol w="964276">
                  <a:extLst>
                    <a:ext uri="{9D8B030D-6E8A-4147-A177-3AD203B41FA5}">
                      <a16:colId xmlns:a16="http://schemas.microsoft.com/office/drawing/2014/main" val="3287169623"/>
                    </a:ext>
                  </a:extLst>
                </a:gridCol>
                <a:gridCol w="953193">
                  <a:extLst>
                    <a:ext uri="{9D8B030D-6E8A-4147-A177-3AD203B41FA5}">
                      <a16:colId xmlns:a16="http://schemas.microsoft.com/office/drawing/2014/main" val="94745673"/>
                    </a:ext>
                  </a:extLst>
                </a:gridCol>
                <a:gridCol w="592975">
                  <a:extLst>
                    <a:ext uri="{9D8B030D-6E8A-4147-A177-3AD203B41FA5}">
                      <a16:colId xmlns:a16="http://schemas.microsoft.com/office/drawing/2014/main" val="3770179118"/>
                    </a:ext>
                  </a:extLst>
                </a:gridCol>
                <a:gridCol w="2303011">
                  <a:extLst>
                    <a:ext uri="{9D8B030D-6E8A-4147-A177-3AD203B41FA5}">
                      <a16:colId xmlns:a16="http://schemas.microsoft.com/office/drawing/2014/main" val="261331466"/>
                    </a:ext>
                  </a:extLst>
                </a:gridCol>
                <a:gridCol w="356023">
                  <a:extLst>
                    <a:ext uri="{9D8B030D-6E8A-4147-A177-3AD203B41FA5}">
                      <a16:colId xmlns:a16="http://schemas.microsoft.com/office/drawing/2014/main" val="3125799418"/>
                    </a:ext>
                  </a:extLst>
                </a:gridCol>
              </a:tblGrid>
              <a:tr h="272457">
                <a:tc>
                  <a:txBody>
                    <a:bodyPr/>
                    <a:lstStyle/>
                    <a:p>
                      <a:pPr algn="ctr" fontAlgn="base"/>
                      <a:r>
                        <a:rPr lang="ar-SA" sz="1200" b="1" kern="1200" dirty="0">
                          <a:solidFill>
                            <a:schemeClr val="bg1"/>
                          </a:solidFill>
                          <a:latin typeface="Sakkal Majalla" panose="02000000000000000000" pitchFamily="2" charset="-78"/>
                          <a:ea typeface="+mn-ea"/>
                          <a:cs typeface="Tajawal" panose="00000500000000000000"/>
                        </a:rPr>
                        <a:t>ملاحظات</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SA" sz="1200" b="1" kern="1200" dirty="0">
                          <a:solidFill>
                            <a:schemeClr val="bg1"/>
                          </a:solidFill>
                          <a:latin typeface="Sakkal Majalla" panose="02000000000000000000" pitchFamily="2" charset="-78"/>
                          <a:ea typeface="+mn-ea"/>
                          <a:cs typeface="Tajawal" panose="00000500000000000000"/>
                        </a:rPr>
                        <a:t>مؤشر التباين</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SA" sz="1200" b="1" kern="1200" dirty="0">
                          <a:solidFill>
                            <a:schemeClr val="bg1"/>
                          </a:solidFill>
                          <a:latin typeface="Sakkal Majalla" panose="02000000000000000000" pitchFamily="2" charset="-78"/>
                          <a:ea typeface="+mn-ea"/>
                          <a:cs typeface="Tajawal" panose="00000500000000000000"/>
                        </a:rPr>
                        <a:t>%الإنجاز الفعلي</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SA" sz="1200" b="1" kern="1200" dirty="0">
                          <a:solidFill>
                            <a:schemeClr val="bg1"/>
                          </a:solidFill>
                          <a:latin typeface="Sakkal Majalla" panose="02000000000000000000" pitchFamily="2" charset="-78"/>
                          <a:ea typeface="+mn-ea"/>
                          <a:cs typeface="Tajawal" panose="00000500000000000000"/>
                        </a:rPr>
                        <a:t>%الإنجاز المخطط</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marL="0" marR="0" lvl="0" indent="0" algn="ctr" defTabSz="914358" rtl="0" eaLnBrk="1" fontAlgn="base" latinLnBrk="0" hangingPunct="1">
                        <a:lnSpc>
                          <a:spcPct val="100000"/>
                        </a:lnSpc>
                        <a:spcBef>
                          <a:spcPts val="0"/>
                        </a:spcBef>
                        <a:spcAft>
                          <a:spcPts val="0"/>
                        </a:spcAft>
                        <a:buClrTx/>
                        <a:buSzTx/>
                        <a:buFontTx/>
                        <a:buNone/>
                        <a:tabLst/>
                        <a:defRPr/>
                      </a:pPr>
                      <a:r>
                        <a:rPr lang="ar-LB" sz="1200" b="1" kern="1200" dirty="0">
                          <a:solidFill>
                            <a:schemeClr val="bg1"/>
                          </a:solidFill>
                          <a:latin typeface="Sakkal Majalla" panose="02000000000000000000" pitchFamily="2" charset="-78"/>
                          <a:ea typeface="+mn-ea"/>
                          <a:cs typeface="Tajawal" panose="00000500000000000000"/>
                        </a:rPr>
                        <a:t>التاريخ الفعلي للانتهاء</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LB" sz="1200" b="1" kern="1200" dirty="0">
                          <a:solidFill>
                            <a:schemeClr val="bg1"/>
                          </a:solidFill>
                          <a:latin typeface="Sakkal Majalla" panose="02000000000000000000" pitchFamily="2" charset="-78"/>
                          <a:ea typeface="+mn-ea"/>
                          <a:cs typeface="Tajawal" panose="00000500000000000000"/>
                        </a:rPr>
                        <a:t>التاريخ الفعلي للبدء</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LB" sz="1200" b="1" kern="1200" dirty="0">
                          <a:solidFill>
                            <a:schemeClr val="bg1"/>
                          </a:solidFill>
                          <a:latin typeface="Sakkal Majalla" panose="02000000000000000000" pitchFamily="2" charset="-78"/>
                          <a:ea typeface="+mn-ea"/>
                          <a:cs typeface="Tajawal" panose="00000500000000000000"/>
                        </a:rPr>
                        <a:t>التاريخ المخطط لل</a:t>
                      </a:r>
                      <a:r>
                        <a:rPr lang="ar-SA" sz="1200" b="1" kern="1200" dirty="0">
                          <a:solidFill>
                            <a:schemeClr val="bg1"/>
                          </a:solidFill>
                          <a:latin typeface="Sakkal Majalla" panose="02000000000000000000" pitchFamily="2" charset="-78"/>
                          <a:ea typeface="+mn-ea"/>
                          <a:cs typeface="Tajawal" panose="00000500000000000000"/>
                        </a:rPr>
                        <a:t>ا</a:t>
                      </a:r>
                      <a:r>
                        <a:rPr lang="ar-LB" sz="1200" b="1" kern="1200" dirty="0">
                          <a:solidFill>
                            <a:schemeClr val="bg1"/>
                          </a:solidFill>
                          <a:latin typeface="Sakkal Majalla" panose="02000000000000000000" pitchFamily="2" charset="-78"/>
                          <a:ea typeface="+mn-ea"/>
                          <a:cs typeface="Tajawal" panose="00000500000000000000"/>
                        </a:rPr>
                        <a:t>نتهاء </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LB" sz="1200" b="1" kern="1200" dirty="0">
                          <a:solidFill>
                            <a:schemeClr val="bg1"/>
                          </a:solidFill>
                          <a:latin typeface="Sakkal Majalla" panose="02000000000000000000" pitchFamily="2" charset="-78"/>
                          <a:ea typeface="+mn-ea"/>
                          <a:cs typeface="Tajawal" panose="00000500000000000000"/>
                        </a:rPr>
                        <a:t>التاريخ المخطط للبدء</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LB" sz="1200" b="1" kern="1200" dirty="0">
                          <a:solidFill>
                            <a:schemeClr val="bg1"/>
                          </a:solidFill>
                          <a:latin typeface="Sakkal Majalla" panose="02000000000000000000" pitchFamily="2" charset="-78"/>
                          <a:ea typeface="+mn-ea"/>
                          <a:cs typeface="Tajawal" panose="00000500000000000000"/>
                        </a:rPr>
                        <a:t>الحالة</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marL="0" marR="0" lvl="0" indent="0" algn="ctr" defTabSz="914358" rtl="0" eaLnBrk="1" fontAlgn="base" latinLnBrk="0" hangingPunct="1">
                        <a:lnSpc>
                          <a:spcPct val="100000"/>
                        </a:lnSpc>
                        <a:spcBef>
                          <a:spcPts val="0"/>
                        </a:spcBef>
                        <a:spcAft>
                          <a:spcPts val="0"/>
                        </a:spcAft>
                        <a:buClrTx/>
                        <a:buSzTx/>
                        <a:buFontTx/>
                        <a:buNone/>
                        <a:tabLst/>
                        <a:defRPr/>
                      </a:pPr>
                      <a:r>
                        <a:rPr lang="ar-SA" sz="1200" b="1" kern="1200" dirty="0">
                          <a:solidFill>
                            <a:schemeClr val="bg1"/>
                          </a:solidFill>
                          <a:latin typeface="Sakkal Majalla" panose="02000000000000000000" pitchFamily="2" charset="-78"/>
                          <a:ea typeface="+mn-ea"/>
                          <a:cs typeface="Tajawal" panose="00000500000000000000"/>
                        </a:rPr>
                        <a:t>الشرح</a:t>
                      </a:r>
                      <a:endParaRPr lang="en-US" sz="12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en-US" sz="1200" b="1" kern="1200" dirty="0">
                          <a:solidFill>
                            <a:schemeClr val="bg1"/>
                          </a:solidFill>
                          <a:latin typeface="Sakkal Majalla" panose="02000000000000000000" pitchFamily="2" charset="-78"/>
                          <a:ea typeface="+mn-ea"/>
                          <a:cs typeface="Tajawal" panose="00000500000000000000"/>
                        </a:rPr>
                        <a:t>#</a:t>
                      </a:r>
                    </a:p>
                  </a:txBody>
                  <a:tcPr anchor="ctr">
                    <a:solidFill>
                      <a:srgbClr val="234C5A"/>
                    </a:solidFill>
                  </a:tcPr>
                </a:tc>
                <a:extLst>
                  <a:ext uri="{0D108BD9-81ED-4DB2-BD59-A6C34878D82A}">
                    <a16:rowId xmlns:a16="http://schemas.microsoft.com/office/drawing/2014/main" val="370201215"/>
                  </a:ext>
                </a:extLst>
              </a:tr>
              <a:tr h="381943">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prstClr val="black"/>
                          </a:solidFill>
                          <a:effectLst/>
                          <a:uLnTx/>
                          <a:uFillTx/>
                          <a:latin typeface="Tajawal" panose="00000500000000000000" pitchFamily="2" charset="-78"/>
                          <a:ea typeface="+mn-ea"/>
                          <a:cs typeface="Tajawal" panose="00000500000000000000" pitchFamily="2" charset="-78"/>
                        </a:rPr>
                        <a:t>-</a:t>
                      </a: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30/04/2026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23/04/2026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lang="en-US" sz="1150" b="0" kern="1200" noProof="0" dirty="0">
                        <a:solidFill>
                          <a:schemeClr val="tx1"/>
                        </a:solidFill>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150" b="0" i="0" u="none" strike="noStrike" kern="1200" cap="none" spc="0" normalizeH="0" baseline="0" dirty="0">
                          <a:ln>
                            <a:noFill/>
                          </a:ln>
                          <a:solidFill>
                            <a:schemeClr val="tx1"/>
                          </a:solidFill>
                          <a:effectLst/>
                          <a:uLnTx/>
                          <a:uFillTx/>
                          <a:latin typeface="Sakkal Majalla" panose="02000000000000000000" pitchFamily="2" charset="-78"/>
                          <a:ea typeface="+mn-ea"/>
                          <a:cs typeface="Tajawal" panose="00000500000000000000"/>
                        </a:rPr>
                        <a:t>إطلاق نظام إجراءات نزلاء السجون (</a:t>
                      </a:r>
                      <a:r>
                        <a:rPr kumimoji="0" lang="en-US" sz="1150" b="0" i="0" u="none" strike="noStrike" kern="1200" cap="none" spc="0" normalizeH="0" baseline="0" dirty="0">
                          <a:ln>
                            <a:noFill/>
                          </a:ln>
                          <a:solidFill>
                            <a:schemeClr val="tx1"/>
                          </a:solidFill>
                          <a:effectLst/>
                          <a:uLnTx/>
                          <a:uFillTx/>
                          <a:latin typeface="Sakkal Majalla" panose="02000000000000000000" pitchFamily="2" charset="-78"/>
                          <a:ea typeface="+mn-ea"/>
                          <a:cs typeface="Tajawal" panose="00000500000000000000"/>
                        </a:rPr>
                        <a:t>MVP</a:t>
                      </a:r>
                      <a:r>
                        <a:rPr kumimoji="0" lang="ar-SA" sz="1150" b="0" i="0" u="none" strike="noStrike" kern="1200" cap="none" spc="0" normalizeH="0" baseline="0" dirty="0">
                          <a:ln>
                            <a:noFill/>
                          </a:ln>
                          <a:solidFill>
                            <a:schemeClr val="tx1"/>
                          </a:solidFill>
                          <a:effectLst/>
                          <a:uLnTx/>
                          <a:uFillTx/>
                          <a:latin typeface="Sakkal Majalla" panose="02000000000000000000" pitchFamily="2" charset="-78"/>
                          <a:ea typeface="+mn-ea"/>
                          <a:cs typeface="Tajawal" panose="00000500000000000000"/>
                        </a:rPr>
                        <a:t>)</a:t>
                      </a:r>
                      <a:endParaRPr kumimoji="0" lang="en-US" sz="1150" b="0" i="0" u="none" strike="noStrike" kern="1200" cap="none" spc="0" normalizeH="0" baseline="0" dirty="0">
                        <a:ln>
                          <a:noFill/>
                        </a:ln>
                        <a:solidFill>
                          <a:schemeClr val="tx1"/>
                        </a:solidFill>
                        <a:effectLst/>
                        <a:uLnTx/>
                        <a:uFillTx/>
                        <a:latin typeface="Sakkal Majalla" panose="02000000000000000000" pitchFamily="2" charset="-78"/>
                        <a:ea typeface="+mn-ea"/>
                        <a:cs typeface="Tajawal" panose="00000500000000000000"/>
                        <a:sym typeface="Cairo" pitchFamily="2" charset="-78"/>
                      </a:endParaRPr>
                    </a:p>
                  </a:txBody>
                  <a:tcPr marL="45720" marR="45720" anchor="ctr">
                    <a:solidFill>
                      <a:srgbClr val="F2F2F2"/>
                    </a:solidFill>
                  </a:tcPr>
                </a:tc>
                <a:tc>
                  <a:txBody>
                    <a:bodyPr/>
                    <a:lstStyle/>
                    <a:p>
                      <a:pPr marL="0" algn="ctr" defTabSz="914340" rtl="0" eaLnBrk="1" fontAlgn="base" latinLnBrk="0" hangingPunct="1"/>
                      <a:r>
                        <a:rPr lang="ar-LB" sz="1150" b="0" i="0" kern="1200" dirty="0">
                          <a:solidFill>
                            <a:schemeClr val="tx1"/>
                          </a:solidFill>
                          <a:effectLst/>
                          <a:latin typeface="Sakkal Majalla" panose="02000000000000000000" pitchFamily="2" charset="-78"/>
                          <a:ea typeface="+mn-ea"/>
                          <a:cs typeface="Tajawal" panose="00000500000000000000"/>
                        </a:rPr>
                        <a:t>17</a:t>
                      </a:r>
                      <a:endParaRPr lang="en-US" sz="1150" b="0" i="0" kern="1200" dirty="0">
                        <a:solidFill>
                          <a:schemeClr val="tx1"/>
                        </a:solidFill>
                        <a:effectLst/>
                        <a:latin typeface="Sakkal Majalla" panose="02000000000000000000" pitchFamily="2" charset="-78"/>
                        <a:ea typeface="+mn-ea"/>
                        <a:cs typeface="Tajawal" panose="00000500000000000000"/>
                      </a:endParaRPr>
                    </a:p>
                  </a:txBody>
                  <a:tcPr anchor="ctr">
                    <a:solidFill>
                      <a:srgbClr val="F2F2F2"/>
                    </a:solidFill>
                  </a:tcPr>
                </a:tc>
                <a:extLst>
                  <a:ext uri="{0D108BD9-81ED-4DB2-BD59-A6C34878D82A}">
                    <a16:rowId xmlns:a16="http://schemas.microsoft.com/office/drawing/2014/main" val="609534618"/>
                  </a:ext>
                </a:extLst>
              </a:tr>
              <a:tr h="549154">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prstClr val="black"/>
                          </a:solidFill>
                          <a:effectLst/>
                          <a:uLnTx/>
                          <a:uFillTx/>
                          <a:latin typeface="Tajawal" panose="00000500000000000000" pitchFamily="2" charset="-78"/>
                          <a:ea typeface="+mn-ea"/>
                          <a:cs typeface="Tajawal" panose="00000500000000000000" pitchFamily="2" charset="-78"/>
                        </a:rPr>
                        <a:t>-</a:t>
                      </a: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31/12/2026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28/12/2026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lang="en-US" sz="1150" b="0" kern="1200" noProof="0" dirty="0">
                        <a:solidFill>
                          <a:schemeClr val="tx1"/>
                        </a:solidFill>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150" b="0" i="0" u="none" strike="noStrike" kern="1200" cap="none" spc="0" normalizeH="0" baseline="0" dirty="0">
                          <a:ln>
                            <a:noFill/>
                          </a:ln>
                          <a:solidFill>
                            <a:schemeClr val="tx1"/>
                          </a:solidFill>
                          <a:effectLst/>
                          <a:uLnTx/>
                          <a:uFillTx/>
                          <a:latin typeface="Sakkal Majalla" panose="02000000000000000000" pitchFamily="2" charset="-78"/>
                          <a:ea typeface="+mn-ea"/>
                          <a:cs typeface="Tajawal" panose="00000500000000000000"/>
                        </a:rPr>
                        <a:t>إطلاق نظام إجراءات نزلاء السجون (</a:t>
                      </a:r>
                      <a:r>
                        <a:rPr kumimoji="0" lang="en-US" sz="1150" b="0" i="0" u="none" strike="noStrike" kern="1200" cap="none" spc="0" normalizeH="0" baseline="0" dirty="0">
                          <a:ln>
                            <a:noFill/>
                          </a:ln>
                          <a:solidFill>
                            <a:schemeClr val="tx1"/>
                          </a:solidFill>
                          <a:effectLst/>
                          <a:uLnTx/>
                          <a:uFillTx/>
                          <a:latin typeface="Sakkal Majalla" panose="02000000000000000000" pitchFamily="2" charset="-78"/>
                          <a:ea typeface="+mn-ea"/>
                          <a:cs typeface="Tajawal" panose="00000500000000000000"/>
                        </a:rPr>
                        <a:t>Full Scope + Dashboard</a:t>
                      </a:r>
                      <a:r>
                        <a:rPr kumimoji="0" lang="ar-SA" sz="1150" b="0" i="0" u="none" strike="noStrike" kern="1200" cap="none" spc="0" normalizeH="0" baseline="0" dirty="0">
                          <a:ln>
                            <a:noFill/>
                          </a:ln>
                          <a:solidFill>
                            <a:schemeClr val="tx1"/>
                          </a:solidFill>
                          <a:effectLst/>
                          <a:uLnTx/>
                          <a:uFillTx/>
                          <a:latin typeface="Sakkal Majalla" panose="02000000000000000000" pitchFamily="2" charset="-78"/>
                          <a:ea typeface="+mn-ea"/>
                          <a:cs typeface="Tajawal" panose="00000500000000000000"/>
                        </a:rPr>
                        <a:t>)</a:t>
                      </a:r>
                      <a:endParaRPr kumimoji="0" lang="en-US" sz="1150" b="0" i="0" u="none" strike="noStrike" kern="1200" cap="none" spc="0" normalizeH="0" baseline="0" dirty="0">
                        <a:ln>
                          <a:noFill/>
                        </a:ln>
                        <a:solidFill>
                          <a:schemeClr val="tx1"/>
                        </a:solidFill>
                        <a:effectLst/>
                        <a:uLnTx/>
                        <a:uFillTx/>
                        <a:latin typeface="Sakkal Majalla" panose="02000000000000000000" pitchFamily="2" charset="-78"/>
                        <a:ea typeface="+mn-ea"/>
                        <a:cs typeface="Tajawal" panose="00000500000000000000"/>
                        <a:sym typeface="Cairo" pitchFamily="2" charset="-78"/>
                      </a:endParaRPr>
                    </a:p>
                  </a:txBody>
                  <a:tcPr marL="45720" marR="45720" anchor="ctr">
                    <a:solidFill>
                      <a:srgbClr val="F2F2F2"/>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ar-LB" sz="1200" b="1" i="0" kern="1200" dirty="0">
                          <a:solidFill>
                            <a:schemeClr val="tx1"/>
                          </a:solidFill>
                          <a:effectLst/>
                          <a:latin typeface="Sakkal Majalla" panose="02000000000000000000" pitchFamily="2" charset="-78"/>
                          <a:ea typeface="+mn-ea"/>
                          <a:cs typeface="Sakkal Majalla" panose="02000000000000000000" pitchFamily="2" charset="-78"/>
                        </a:rPr>
                        <a:t>18</a:t>
                      </a:r>
                      <a:endParaRPr lang="en-US" sz="1200" b="1" i="0" kern="1200" dirty="0">
                        <a:solidFill>
                          <a:schemeClr val="tx1"/>
                        </a:solidFill>
                        <a:effectLst/>
                        <a:latin typeface="Sakkal Majalla" panose="02000000000000000000" pitchFamily="2" charset="-78"/>
                        <a:ea typeface="+mn-ea"/>
                        <a:cs typeface="Sakkal Majalla" panose="02000000000000000000" pitchFamily="2" charset="-78"/>
                      </a:endParaRPr>
                    </a:p>
                  </a:txBody>
                  <a:tcPr anchor="ctr">
                    <a:solidFill>
                      <a:srgbClr val="F2F2F2"/>
                    </a:solidFill>
                  </a:tcPr>
                </a:tc>
                <a:extLst>
                  <a:ext uri="{0D108BD9-81ED-4DB2-BD59-A6C34878D82A}">
                    <a16:rowId xmlns:a16="http://schemas.microsoft.com/office/drawing/2014/main" val="2391180014"/>
                  </a:ext>
                </a:extLst>
              </a:tr>
              <a:tr h="380997">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prstClr val="black"/>
                          </a:solidFill>
                          <a:effectLst/>
                          <a:uLnTx/>
                          <a:uFillTx/>
                          <a:latin typeface="Tajawal" panose="00000500000000000000" pitchFamily="2" charset="-78"/>
                          <a:ea typeface="+mn-ea"/>
                          <a:cs typeface="Tajawal" panose="00000500000000000000" pitchFamily="2" charset="-78"/>
                        </a:rPr>
                        <a:t>-</a:t>
                      </a: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31/12/2026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28/12/2026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lang="en-US" sz="1150" b="0" kern="1200" noProof="0" dirty="0">
                        <a:solidFill>
                          <a:schemeClr val="tx1"/>
                        </a:solidFill>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150" b="0" i="0" kern="1200" dirty="0">
                          <a:solidFill>
                            <a:schemeClr val="tx1"/>
                          </a:solidFill>
                          <a:effectLst/>
                          <a:latin typeface="Sakkal Majalla" panose="02000000000000000000" pitchFamily="2" charset="-78"/>
                          <a:ea typeface="+mn-ea"/>
                          <a:cs typeface="Tajawal" panose="00000500000000000000"/>
                        </a:rPr>
                        <a:t>الانتهاء من إطلاق نظام عرض البيانات</a:t>
                      </a:r>
                      <a:r>
                        <a:rPr lang="en-US" sz="1150" b="0" i="0" kern="1200" dirty="0">
                          <a:solidFill>
                            <a:schemeClr val="tx1"/>
                          </a:solidFill>
                          <a:effectLst/>
                          <a:latin typeface="Sakkal Majalla" panose="02000000000000000000" pitchFamily="2" charset="-78"/>
                          <a:ea typeface="+mn-ea"/>
                          <a:cs typeface="Tajawal" panose="00000500000000000000"/>
                        </a:rPr>
                        <a:t>*</a:t>
                      </a:r>
                    </a:p>
                  </a:txBody>
                  <a:tcPr marL="45720" marR="45720" anchor="ctr">
                    <a:solidFill>
                      <a:srgbClr val="F2F2F2"/>
                    </a:solidFill>
                  </a:tcPr>
                </a:tc>
                <a:tc>
                  <a:txBody>
                    <a:bodyPr/>
                    <a:lstStyle/>
                    <a:p>
                      <a:pPr marL="0" algn="ctr" rtl="0" eaLnBrk="1" fontAlgn="base" latinLnBrk="0" hangingPunct="1"/>
                      <a:r>
                        <a:rPr lang="ar-LB" sz="1200" b="1" i="0" kern="1200" dirty="0">
                          <a:solidFill>
                            <a:schemeClr val="tx1"/>
                          </a:solidFill>
                          <a:effectLst/>
                          <a:latin typeface="Sakkal Majalla" panose="02000000000000000000" pitchFamily="2" charset="-78"/>
                          <a:ea typeface="+mn-ea"/>
                          <a:cs typeface="Sakkal Majalla" panose="02000000000000000000" pitchFamily="2" charset="-78"/>
                        </a:rPr>
                        <a:t>19</a:t>
                      </a:r>
                    </a:p>
                  </a:txBody>
                  <a:tcPr anchor="ctr">
                    <a:solidFill>
                      <a:srgbClr val="F2F2F2"/>
                    </a:solidFill>
                  </a:tcPr>
                </a:tc>
                <a:extLst>
                  <a:ext uri="{0D108BD9-81ED-4DB2-BD59-A6C34878D82A}">
                    <a16:rowId xmlns:a16="http://schemas.microsoft.com/office/drawing/2014/main" val="4267410081"/>
                  </a:ext>
                </a:extLst>
              </a:tr>
              <a:tr h="441960">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تبدأ من تاريخ الإطلاق الأول</a:t>
                      </a: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prstClr val="black"/>
                          </a:solidFill>
                          <a:effectLst/>
                          <a:uLnTx/>
                          <a:uFillTx/>
                          <a:latin typeface="Tajawal" panose="00000500000000000000" pitchFamily="2" charset="-78"/>
                          <a:ea typeface="+mn-ea"/>
                          <a:cs typeface="Tajawal" panose="00000500000000000000" pitchFamily="2" charset="-78"/>
                        </a:rPr>
                        <a:t>-</a:t>
                      </a: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30/04/2026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01/05/2026</a:t>
                      </a:r>
                    </a:p>
                  </a:txBody>
                  <a:tcPr anchor="ctr">
                    <a:solidFill>
                      <a:srgbClr val="F2F2F2"/>
                    </a:solidFill>
                  </a:tcPr>
                </a:tc>
                <a:tc>
                  <a:txBody>
                    <a:bodyPr/>
                    <a:lstStyle/>
                    <a:p>
                      <a:pPr marL="0" algn="ctr" defTabSz="914340" rtl="0" eaLnBrk="1" fontAlgn="base" latinLnBrk="0" hangingPunct="1"/>
                      <a:endParaRPr lang="en-US" sz="1150" b="0" kern="1200" dirty="0">
                        <a:solidFill>
                          <a:schemeClr val="tx1"/>
                        </a:solidFill>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150" b="0" i="0" u="none" strike="noStrike" kern="1200" cap="none" spc="0" normalizeH="0" baseline="0" dirty="0">
                          <a:ln>
                            <a:noFill/>
                          </a:ln>
                          <a:solidFill>
                            <a:schemeClr val="tx1"/>
                          </a:solidFill>
                          <a:effectLst/>
                          <a:uLnTx/>
                          <a:uFillTx/>
                          <a:latin typeface="Sakkal Majalla" panose="02000000000000000000" pitchFamily="2" charset="-78"/>
                          <a:ea typeface="+mn-ea"/>
                          <a:cs typeface="Tajawal" panose="00000500000000000000"/>
                          <a:sym typeface="Cairo" pitchFamily="2" charset="-78"/>
                        </a:rPr>
                        <a:t>الدعم الفني والتشغيل</a:t>
                      </a:r>
                      <a:endParaRPr kumimoji="0" lang="en-US" sz="1150" b="0" i="0" u="none" strike="noStrike" kern="1200" cap="none" spc="0" normalizeH="0" baseline="0" dirty="0">
                        <a:ln>
                          <a:noFill/>
                        </a:ln>
                        <a:solidFill>
                          <a:schemeClr val="tx1"/>
                        </a:solidFill>
                        <a:effectLst/>
                        <a:uLnTx/>
                        <a:uFillTx/>
                        <a:latin typeface="Sakkal Majalla" panose="02000000000000000000" pitchFamily="2" charset="-78"/>
                        <a:ea typeface="+mn-ea"/>
                        <a:cs typeface="Tajawal" panose="00000500000000000000"/>
                        <a:sym typeface="Cairo" pitchFamily="2" charset="-78"/>
                      </a:endParaRPr>
                    </a:p>
                  </a:txBody>
                  <a:tcPr marL="45720" marR="45720" anchor="ctr">
                    <a:solidFill>
                      <a:srgbClr val="F2F2F2"/>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ar-LB" sz="1200" b="1" i="0" kern="1200" dirty="0">
                          <a:solidFill>
                            <a:schemeClr val="tx1"/>
                          </a:solidFill>
                          <a:effectLst/>
                          <a:latin typeface="Sakkal Majalla" panose="02000000000000000000" pitchFamily="2" charset="-78"/>
                          <a:ea typeface="+mn-ea"/>
                          <a:cs typeface="Sakkal Majalla" panose="02000000000000000000" pitchFamily="2" charset="-78"/>
                        </a:rPr>
                        <a:t>20</a:t>
                      </a:r>
                      <a:endParaRPr lang="en-US" sz="1200" b="1" i="0" kern="1200" dirty="0">
                        <a:solidFill>
                          <a:schemeClr val="tx1"/>
                        </a:solidFill>
                        <a:effectLst/>
                        <a:latin typeface="Sakkal Majalla" panose="02000000000000000000" pitchFamily="2" charset="-78"/>
                        <a:ea typeface="+mn-ea"/>
                        <a:cs typeface="Sakkal Majalla" panose="02000000000000000000" pitchFamily="2" charset="-78"/>
                      </a:endParaRPr>
                    </a:p>
                  </a:txBody>
                  <a:tcPr anchor="ctr">
                    <a:solidFill>
                      <a:srgbClr val="F2F2F2"/>
                    </a:solidFill>
                  </a:tcPr>
                </a:tc>
                <a:extLst>
                  <a:ext uri="{0D108BD9-81ED-4DB2-BD59-A6C34878D82A}">
                    <a16:rowId xmlns:a16="http://schemas.microsoft.com/office/drawing/2014/main" val="2675841558"/>
                  </a:ext>
                </a:extLst>
              </a:tr>
              <a:tr h="441960">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prstClr val="black"/>
                          </a:solidFill>
                          <a:effectLst/>
                          <a:uLnTx/>
                          <a:uFillTx/>
                          <a:latin typeface="Tajawal" panose="00000500000000000000" pitchFamily="2" charset="-78"/>
                          <a:ea typeface="+mn-ea"/>
                          <a:cs typeface="Tajawal" panose="00000500000000000000" pitchFamily="2" charset="-78"/>
                        </a:rPr>
                        <a:t>-</a:t>
                      </a:r>
                      <a:endPar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14/01/2027</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03/01/2027</a:t>
                      </a:r>
                    </a:p>
                  </a:txBody>
                  <a:tcPr anchor="ctr">
                    <a:solidFill>
                      <a:srgbClr val="F2F2F2"/>
                    </a:solidFill>
                  </a:tcPr>
                </a:tc>
                <a:tc>
                  <a:txBody>
                    <a:bodyPr/>
                    <a:lstStyle/>
                    <a:p>
                      <a:pPr marL="0" algn="ctr" defTabSz="914340" rtl="0" eaLnBrk="1" fontAlgn="base" latinLnBrk="0" hangingPunct="1"/>
                      <a:endParaRPr lang="en-US" sz="1150" b="0" kern="1200" dirty="0">
                        <a:solidFill>
                          <a:schemeClr val="tx1"/>
                        </a:solidFill>
                        <a:latin typeface="Sakkal Majalla" panose="02000000000000000000" pitchFamily="2" charset="-78"/>
                        <a:ea typeface="+mn-ea"/>
                        <a:cs typeface="Tajawal" panose="00000500000000000000"/>
                      </a:endParaRPr>
                    </a:p>
                  </a:txBody>
                  <a:tcPr anchor="ctr">
                    <a:solidFill>
                      <a:srgbClr val="F2F2F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150" b="0" i="0" u="none" strike="noStrike" kern="1200" cap="none" spc="0" normalizeH="0" baseline="0" dirty="0">
                          <a:ln>
                            <a:noFill/>
                          </a:ln>
                          <a:solidFill>
                            <a:schemeClr val="tx1"/>
                          </a:solidFill>
                          <a:effectLst/>
                          <a:uLnTx/>
                          <a:uFillTx/>
                          <a:latin typeface="Sakkal Majalla" panose="02000000000000000000" pitchFamily="2" charset="-78"/>
                          <a:ea typeface="+mn-ea"/>
                          <a:cs typeface="Tajawal" panose="00000500000000000000"/>
                          <a:sym typeface="Cairo" pitchFamily="2" charset="-78"/>
                        </a:rPr>
                        <a:t>نقل المعرفة وتسليم وثائق المشروع</a:t>
                      </a:r>
                      <a:endParaRPr kumimoji="0" lang="en-US" sz="1150" b="0" i="0" u="none" strike="noStrike" kern="1200" cap="none" spc="0" normalizeH="0" baseline="0" dirty="0">
                        <a:ln>
                          <a:noFill/>
                        </a:ln>
                        <a:solidFill>
                          <a:schemeClr val="tx1"/>
                        </a:solidFill>
                        <a:effectLst/>
                        <a:uLnTx/>
                        <a:uFillTx/>
                        <a:latin typeface="Sakkal Majalla" panose="02000000000000000000" pitchFamily="2" charset="-78"/>
                        <a:ea typeface="+mn-ea"/>
                        <a:cs typeface="Tajawal" panose="00000500000000000000"/>
                        <a:sym typeface="Cairo" pitchFamily="2" charset="-78"/>
                      </a:endParaRPr>
                    </a:p>
                  </a:txBody>
                  <a:tcPr marL="45720" marR="45720" anchor="ctr">
                    <a:solidFill>
                      <a:srgbClr val="F2F2F2"/>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ar-LB" sz="1200" b="1" i="0" kern="1200" dirty="0">
                          <a:solidFill>
                            <a:schemeClr val="tx1"/>
                          </a:solidFill>
                          <a:effectLst/>
                          <a:latin typeface="Sakkal Majalla" panose="02000000000000000000" pitchFamily="2" charset="-78"/>
                          <a:ea typeface="+mn-ea"/>
                          <a:cs typeface="Sakkal Majalla" panose="02000000000000000000" pitchFamily="2" charset="-78"/>
                        </a:rPr>
                        <a:t>21</a:t>
                      </a:r>
                      <a:endParaRPr lang="en-US" sz="1200" b="1" i="0" kern="1200" dirty="0">
                        <a:solidFill>
                          <a:schemeClr val="tx1"/>
                        </a:solidFill>
                        <a:effectLst/>
                        <a:latin typeface="Sakkal Majalla" panose="02000000000000000000" pitchFamily="2" charset="-78"/>
                        <a:ea typeface="+mn-ea"/>
                        <a:cs typeface="Sakkal Majalla" panose="02000000000000000000" pitchFamily="2" charset="-78"/>
                      </a:endParaRPr>
                    </a:p>
                  </a:txBody>
                  <a:tcPr anchor="ctr">
                    <a:solidFill>
                      <a:srgbClr val="F2F2F2"/>
                    </a:solidFill>
                  </a:tcPr>
                </a:tc>
                <a:extLst>
                  <a:ext uri="{0D108BD9-81ED-4DB2-BD59-A6C34878D82A}">
                    <a16:rowId xmlns:a16="http://schemas.microsoft.com/office/drawing/2014/main" val="1906254896"/>
                  </a:ext>
                </a:extLst>
              </a:tr>
            </a:tbl>
          </a:graphicData>
        </a:graphic>
      </p:graphicFrame>
      <p:sp>
        <p:nvSpPr>
          <p:cNvPr id="6" name="Rectangle 5">
            <a:extLst>
              <a:ext uri="{FF2B5EF4-FFF2-40B4-BE49-F238E27FC236}">
                <a16:creationId xmlns:a16="http://schemas.microsoft.com/office/drawing/2014/main" id="{AC151D74-28B1-33FA-7EB7-9EA04ADC819B}"/>
              </a:ext>
            </a:extLst>
          </p:cNvPr>
          <p:cNvSpPr/>
          <p:nvPr/>
        </p:nvSpPr>
        <p:spPr>
          <a:xfrm>
            <a:off x="354636" y="1485281"/>
            <a:ext cx="11323320" cy="3879199"/>
          </a:xfrm>
          <a:prstGeom prst="rect">
            <a:avLst/>
          </a:prstGeom>
          <a:noFill/>
          <a:ln w="63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latin typeface="Sakkal Majalla" panose="02000000000000000000" pitchFamily="2" charset="-78"/>
              <a:cs typeface="Tajawal" panose="00000500000000000000"/>
            </a:endParaRPr>
          </a:p>
        </p:txBody>
      </p:sp>
      <p:sp>
        <p:nvSpPr>
          <p:cNvPr id="7" name="TextBox 6">
            <a:extLst>
              <a:ext uri="{FF2B5EF4-FFF2-40B4-BE49-F238E27FC236}">
                <a16:creationId xmlns:a16="http://schemas.microsoft.com/office/drawing/2014/main" id="{EB9E3689-79C9-85B2-67AF-14E814764749}"/>
              </a:ext>
            </a:extLst>
          </p:cNvPr>
          <p:cNvSpPr txBox="1"/>
          <p:nvPr/>
        </p:nvSpPr>
        <p:spPr>
          <a:xfrm>
            <a:off x="8504958" y="1380072"/>
            <a:ext cx="2844389" cy="215444"/>
          </a:xfrm>
          <a:prstGeom prst="rect">
            <a:avLst/>
          </a:prstGeom>
          <a:solidFill>
            <a:schemeClr val="bg1"/>
          </a:solidFill>
          <a:ln>
            <a:noFill/>
          </a:ln>
        </p:spPr>
        <p:txBody>
          <a:bodyPr wrap="square" lIns="0" tIns="0" rIns="0" bIns="0" rtlCol="0" anchor="ctr">
            <a:spAutoFit/>
          </a:bodyPr>
          <a:lstStyle/>
          <a:p>
            <a:pPr indent="117475" algn="ctr" rtl="1"/>
            <a:r>
              <a:rPr lang="ar-SA" sz="1400" b="1" dirty="0">
                <a:solidFill>
                  <a:schemeClr val="accent1"/>
                </a:solidFill>
                <a:latin typeface="Sakkal Majalla" panose="02000000000000000000" pitchFamily="2" charset="-78"/>
                <a:cs typeface="Tajawal" panose="00000500000000000000"/>
              </a:rPr>
              <a:t>المعالم الرئيسية (</a:t>
            </a:r>
            <a:r>
              <a:rPr lang="en-US" sz="1400" b="1" dirty="0">
                <a:solidFill>
                  <a:schemeClr val="accent1"/>
                </a:solidFill>
                <a:latin typeface="Sakkal Majalla" panose="02000000000000000000" pitchFamily="2" charset="-78"/>
                <a:cs typeface="Tajawal" panose="00000500000000000000"/>
              </a:rPr>
              <a:t>CRM &amp; Portals</a:t>
            </a:r>
            <a:r>
              <a:rPr lang="ar-SA" sz="1400" b="1" dirty="0">
                <a:solidFill>
                  <a:schemeClr val="accent1"/>
                </a:solidFill>
                <a:latin typeface="Sakkal Majalla" panose="02000000000000000000" pitchFamily="2" charset="-78"/>
                <a:cs typeface="Tajawal" panose="00000500000000000000"/>
              </a:rPr>
              <a:t>)</a:t>
            </a:r>
            <a:endParaRPr lang="en-US" sz="1400" b="1" dirty="0">
              <a:solidFill>
                <a:schemeClr val="accent1"/>
              </a:solidFill>
              <a:latin typeface="Sakkal Majalla" panose="02000000000000000000" pitchFamily="2" charset="-78"/>
              <a:cs typeface="Tajawal" panose="00000500000000000000"/>
            </a:endParaRPr>
          </a:p>
        </p:txBody>
      </p:sp>
      <p:grpSp>
        <p:nvGrpSpPr>
          <p:cNvPr id="8" name="Group 7">
            <a:extLst>
              <a:ext uri="{FF2B5EF4-FFF2-40B4-BE49-F238E27FC236}">
                <a16:creationId xmlns:a16="http://schemas.microsoft.com/office/drawing/2014/main" id="{96A136DC-59AA-A52F-E229-474B59106C0B}"/>
              </a:ext>
            </a:extLst>
          </p:cNvPr>
          <p:cNvGrpSpPr/>
          <p:nvPr/>
        </p:nvGrpSpPr>
        <p:grpSpPr>
          <a:xfrm>
            <a:off x="6230561" y="5775667"/>
            <a:ext cx="5447395" cy="365307"/>
            <a:chOff x="6647658" y="5843797"/>
            <a:chExt cx="5447395" cy="365307"/>
          </a:xfrm>
        </p:grpSpPr>
        <p:sp>
          <p:nvSpPr>
            <p:cNvPr id="9" name="Rectangle 8">
              <a:extLst>
                <a:ext uri="{FF2B5EF4-FFF2-40B4-BE49-F238E27FC236}">
                  <a16:creationId xmlns:a16="http://schemas.microsoft.com/office/drawing/2014/main" id="{C8E6AF11-163A-E84B-8D2C-006529F61BF0}"/>
                </a:ext>
              </a:extLst>
            </p:cNvPr>
            <p:cNvSpPr/>
            <p:nvPr/>
          </p:nvSpPr>
          <p:spPr>
            <a:xfrm>
              <a:off x="6647658" y="5854243"/>
              <a:ext cx="864184" cy="160966"/>
            </a:xfrm>
            <a:prstGeom prst="rect">
              <a:avLst/>
            </a:prstGeom>
            <a:solidFill>
              <a:srgbClr val="F04C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1050" dirty="0">
                  <a:latin typeface="Tajawal" panose="00000500000000000000" pitchFamily="2" charset="-78"/>
                  <a:cs typeface="Tajawal" panose="00000500000000000000" pitchFamily="2" charset="-78"/>
                </a:rPr>
                <a:t>متأخر</a:t>
              </a:r>
              <a:endParaRPr lang="en-US" sz="1050" dirty="0">
                <a:latin typeface="Tajawal" panose="00000500000000000000" pitchFamily="2" charset="-78"/>
                <a:cs typeface="Tajawal" panose="00000500000000000000" pitchFamily="2" charset="-78"/>
              </a:endParaRPr>
            </a:p>
          </p:txBody>
        </p:sp>
        <p:sp>
          <p:nvSpPr>
            <p:cNvPr id="10" name="Rectangle 9">
              <a:extLst>
                <a:ext uri="{FF2B5EF4-FFF2-40B4-BE49-F238E27FC236}">
                  <a16:creationId xmlns:a16="http://schemas.microsoft.com/office/drawing/2014/main" id="{7635770A-C1F3-9B06-02CE-D477022CBC3D}"/>
                </a:ext>
              </a:extLst>
            </p:cNvPr>
            <p:cNvSpPr/>
            <p:nvPr/>
          </p:nvSpPr>
          <p:spPr>
            <a:xfrm>
              <a:off x="8632224" y="5843797"/>
              <a:ext cx="829454" cy="171579"/>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LB" sz="1050" dirty="0">
                  <a:latin typeface="Tajawal" panose="00000500000000000000" pitchFamily="2" charset="-78"/>
                  <a:cs typeface="Tajawal" panose="00000500000000000000" pitchFamily="2" charset="-78"/>
                </a:rPr>
                <a:t>على المسار</a:t>
              </a:r>
              <a:endParaRPr lang="en-US" sz="1050" dirty="0">
                <a:latin typeface="Tajawal" panose="00000500000000000000" pitchFamily="2" charset="-78"/>
                <a:cs typeface="Tajawal" panose="00000500000000000000" pitchFamily="2" charset="-78"/>
              </a:endParaRPr>
            </a:p>
          </p:txBody>
        </p:sp>
        <p:sp>
          <p:nvSpPr>
            <p:cNvPr id="11" name="Rectangle 10">
              <a:extLst>
                <a:ext uri="{FF2B5EF4-FFF2-40B4-BE49-F238E27FC236}">
                  <a16:creationId xmlns:a16="http://schemas.microsoft.com/office/drawing/2014/main" id="{65BBDB08-A193-5EBF-5B49-83C98DB0F55B}"/>
                </a:ext>
              </a:extLst>
            </p:cNvPr>
            <p:cNvSpPr/>
            <p:nvPr/>
          </p:nvSpPr>
          <p:spPr>
            <a:xfrm>
              <a:off x="9519419" y="5843797"/>
              <a:ext cx="868030" cy="171579"/>
            </a:xfrm>
            <a:prstGeom prst="rect">
              <a:avLst/>
            </a:prstGeom>
            <a:solidFill>
              <a:srgbClr val="00AB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LB" sz="1050" dirty="0">
                  <a:latin typeface="Tajawal" panose="00000500000000000000" pitchFamily="2" charset="-78"/>
                  <a:cs typeface="Tajawal" panose="00000500000000000000" pitchFamily="2" charset="-78"/>
                </a:rPr>
                <a:t>مكتملة</a:t>
              </a:r>
              <a:endParaRPr lang="en-US" sz="1050" dirty="0">
                <a:latin typeface="Tajawal" panose="00000500000000000000" pitchFamily="2" charset="-78"/>
                <a:cs typeface="Tajawal" panose="00000500000000000000" pitchFamily="2" charset="-78"/>
              </a:endParaRPr>
            </a:p>
          </p:txBody>
        </p:sp>
        <p:sp>
          <p:nvSpPr>
            <p:cNvPr id="12" name="Rectangle 11">
              <a:extLst>
                <a:ext uri="{FF2B5EF4-FFF2-40B4-BE49-F238E27FC236}">
                  <a16:creationId xmlns:a16="http://schemas.microsoft.com/office/drawing/2014/main" id="{CBC344AA-2C2A-53C9-BAEA-2C8D273DB33E}"/>
                </a:ext>
              </a:extLst>
            </p:cNvPr>
            <p:cNvSpPr/>
            <p:nvPr/>
          </p:nvSpPr>
          <p:spPr>
            <a:xfrm>
              <a:off x="7579741" y="5854243"/>
              <a:ext cx="989472" cy="16096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LB" sz="1050" dirty="0">
                  <a:latin typeface="Tajawal" panose="00000500000000000000" pitchFamily="2" charset="-78"/>
                  <a:cs typeface="Tajawal" panose="00000500000000000000" pitchFamily="2" charset="-78"/>
                </a:rPr>
                <a:t>مخاطر محتملة</a:t>
              </a:r>
              <a:endParaRPr lang="en-US" sz="1050" dirty="0">
                <a:latin typeface="Tajawal" panose="00000500000000000000" pitchFamily="2" charset="-78"/>
                <a:cs typeface="Tajawal" panose="00000500000000000000" pitchFamily="2" charset="-78"/>
              </a:endParaRPr>
            </a:p>
          </p:txBody>
        </p:sp>
        <p:sp>
          <p:nvSpPr>
            <p:cNvPr id="13" name="TextBox 12">
              <a:extLst>
                <a:ext uri="{FF2B5EF4-FFF2-40B4-BE49-F238E27FC236}">
                  <a16:creationId xmlns:a16="http://schemas.microsoft.com/office/drawing/2014/main" id="{6D140F17-8CD0-D613-55ED-887552AA7946}"/>
                </a:ext>
              </a:extLst>
            </p:cNvPr>
            <p:cNvSpPr txBox="1"/>
            <p:nvPr/>
          </p:nvSpPr>
          <p:spPr>
            <a:xfrm>
              <a:off x="7584475" y="5955188"/>
              <a:ext cx="989472" cy="253916"/>
            </a:xfrm>
            <a:prstGeom prst="rect">
              <a:avLst/>
            </a:prstGeom>
            <a:noFill/>
          </p:spPr>
          <p:txBody>
            <a:bodyPr wrap="square" rtlCol="0">
              <a:spAutoFit/>
            </a:bodyPr>
            <a:lstStyle/>
            <a:p>
              <a:pPr algn="ctr"/>
              <a:r>
                <a:rPr lang="en-US" sz="1000" dirty="0">
                  <a:latin typeface="Tajawal" panose="00000500000000000000" pitchFamily="2" charset="-78"/>
                  <a:cs typeface="Tajawal" panose="00000500000000000000" pitchFamily="2" charset="-78"/>
                </a:rPr>
                <a:t>2 &lt; Delay % &lt;</a:t>
              </a:r>
              <a:r>
                <a:rPr lang="ar-LB" sz="1000" dirty="0">
                  <a:latin typeface="Tajawal" panose="00000500000000000000" pitchFamily="2" charset="-78"/>
                  <a:cs typeface="Tajawal" panose="00000500000000000000" pitchFamily="2" charset="-78"/>
                </a:rPr>
                <a:t>5</a:t>
              </a:r>
              <a:endParaRPr lang="en-US" sz="1000" dirty="0">
                <a:latin typeface="Tajawal" panose="00000500000000000000" pitchFamily="2" charset="-78"/>
                <a:cs typeface="Tajawal" panose="00000500000000000000" pitchFamily="2" charset="-78"/>
              </a:endParaRPr>
            </a:p>
          </p:txBody>
        </p:sp>
        <p:sp>
          <p:nvSpPr>
            <p:cNvPr id="14" name="TextBox 13">
              <a:extLst>
                <a:ext uri="{FF2B5EF4-FFF2-40B4-BE49-F238E27FC236}">
                  <a16:creationId xmlns:a16="http://schemas.microsoft.com/office/drawing/2014/main" id="{F6A7C160-7542-214D-CDDA-B4FF2CD405DF}"/>
                </a:ext>
              </a:extLst>
            </p:cNvPr>
            <p:cNvSpPr txBox="1"/>
            <p:nvPr/>
          </p:nvSpPr>
          <p:spPr>
            <a:xfrm>
              <a:off x="6662013" y="5955188"/>
              <a:ext cx="835473" cy="253916"/>
            </a:xfrm>
            <a:prstGeom prst="rect">
              <a:avLst/>
            </a:prstGeom>
            <a:noFill/>
          </p:spPr>
          <p:txBody>
            <a:bodyPr wrap="square" rtlCol="0">
              <a:spAutoFit/>
            </a:bodyPr>
            <a:lstStyle/>
            <a:p>
              <a:pPr algn="ctr"/>
              <a:r>
                <a:rPr lang="en-US" sz="1000" dirty="0">
                  <a:latin typeface="Tajawal" panose="00000500000000000000" pitchFamily="2" charset="-78"/>
                  <a:cs typeface="Tajawal" panose="00000500000000000000" pitchFamily="2" charset="-78"/>
                </a:rPr>
                <a:t>Delay % &gt; </a:t>
              </a:r>
              <a:r>
                <a:rPr lang="ar-LB" sz="1000" dirty="0">
                  <a:latin typeface="Tajawal" panose="00000500000000000000" pitchFamily="2" charset="-78"/>
                  <a:cs typeface="Tajawal" panose="00000500000000000000" pitchFamily="2" charset="-78"/>
                </a:rPr>
                <a:t>5</a:t>
              </a:r>
              <a:endParaRPr lang="en-US" sz="1000" dirty="0">
                <a:latin typeface="Tajawal" panose="00000500000000000000" pitchFamily="2" charset="-78"/>
                <a:cs typeface="Tajawal" panose="00000500000000000000" pitchFamily="2" charset="-78"/>
              </a:endParaRPr>
            </a:p>
          </p:txBody>
        </p:sp>
        <p:sp>
          <p:nvSpPr>
            <p:cNvPr id="15" name="TextBox 14">
              <a:extLst>
                <a:ext uri="{FF2B5EF4-FFF2-40B4-BE49-F238E27FC236}">
                  <a16:creationId xmlns:a16="http://schemas.microsoft.com/office/drawing/2014/main" id="{A73E85A9-808D-0301-5EC9-322C681B75A2}"/>
                </a:ext>
              </a:extLst>
            </p:cNvPr>
            <p:cNvSpPr txBox="1"/>
            <p:nvPr/>
          </p:nvSpPr>
          <p:spPr>
            <a:xfrm>
              <a:off x="8586629" y="5955188"/>
              <a:ext cx="989472" cy="246221"/>
            </a:xfrm>
            <a:prstGeom prst="rect">
              <a:avLst/>
            </a:prstGeom>
            <a:noFill/>
          </p:spPr>
          <p:txBody>
            <a:bodyPr wrap="square" rtlCol="0">
              <a:spAutoFit/>
            </a:bodyPr>
            <a:lstStyle/>
            <a:p>
              <a:pPr algn="ctr"/>
              <a:r>
                <a:rPr lang="en-US" sz="1000" dirty="0">
                  <a:latin typeface="Tajawal" panose="00000500000000000000" pitchFamily="2" charset="-78"/>
                  <a:cs typeface="Tajawal" panose="00000500000000000000" pitchFamily="2" charset="-78"/>
                </a:rPr>
                <a:t>2 &gt; Delay % = 0</a:t>
              </a:r>
            </a:p>
          </p:txBody>
        </p:sp>
        <p:sp>
          <p:nvSpPr>
            <p:cNvPr id="16" name="Rectangle 15">
              <a:extLst>
                <a:ext uri="{FF2B5EF4-FFF2-40B4-BE49-F238E27FC236}">
                  <a16:creationId xmlns:a16="http://schemas.microsoft.com/office/drawing/2014/main" id="{ABBA2F83-18F5-4135-C458-11C7AC0E598C}"/>
                </a:ext>
              </a:extLst>
            </p:cNvPr>
            <p:cNvSpPr/>
            <p:nvPr/>
          </p:nvSpPr>
          <p:spPr>
            <a:xfrm>
              <a:off x="11320239" y="5860590"/>
              <a:ext cx="774814" cy="170188"/>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lnSpc>
                  <a:spcPct val="85000"/>
                </a:lnSpc>
                <a:spcAft>
                  <a:spcPts val="600"/>
                </a:spcAft>
                <a:buClr>
                  <a:srgbClr val="FFE600"/>
                </a:buClr>
                <a:buSzPct val="70000"/>
              </a:pPr>
              <a:r>
                <a:rPr lang="ar-SA" sz="1050" b="1" dirty="0">
                  <a:solidFill>
                    <a:schemeClr val="tx1"/>
                  </a:solidFill>
                  <a:latin typeface="Tajawal" panose="00000500000000000000" pitchFamily="2" charset="-78"/>
                  <a:cs typeface="Tajawal" panose="00000500000000000000" pitchFamily="2" charset="-78"/>
                </a:rPr>
                <a:t>الدليل</a:t>
              </a:r>
              <a:r>
                <a:rPr lang="ar-LB" sz="1050" b="1" dirty="0">
                  <a:solidFill>
                    <a:schemeClr val="tx1"/>
                  </a:solidFill>
                  <a:latin typeface="Tajawal" panose="00000500000000000000" pitchFamily="2" charset="-78"/>
                  <a:cs typeface="Tajawal" panose="00000500000000000000" pitchFamily="2" charset="-78"/>
                </a:rPr>
                <a:t> </a:t>
              </a:r>
              <a:endParaRPr lang="en-US" sz="1050" b="1" dirty="0">
                <a:solidFill>
                  <a:schemeClr val="tx1"/>
                </a:solidFill>
                <a:latin typeface="Tajawal" panose="00000500000000000000" pitchFamily="2" charset="-78"/>
                <a:cs typeface="Tajawal" panose="00000500000000000000" pitchFamily="2" charset="-78"/>
              </a:endParaRPr>
            </a:p>
          </p:txBody>
        </p:sp>
        <p:sp>
          <p:nvSpPr>
            <p:cNvPr id="17" name="Rectangle 16">
              <a:extLst>
                <a:ext uri="{FF2B5EF4-FFF2-40B4-BE49-F238E27FC236}">
                  <a16:creationId xmlns:a16="http://schemas.microsoft.com/office/drawing/2014/main" id="{21B83889-02E8-1CAC-4A00-7FA4C26AA096}"/>
                </a:ext>
              </a:extLst>
            </p:cNvPr>
            <p:cNvSpPr/>
            <p:nvPr/>
          </p:nvSpPr>
          <p:spPr>
            <a:xfrm>
              <a:off x="10455348" y="5849502"/>
              <a:ext cx="796992" cy="161134"/>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1050" dirty="0">
                  <a:latin typeface="Tajawal" panose="00000500000000000000" pitchFamily="2" charset="-78"/>
                  <a:cs typeface="Tajawal" panose="00000500000000000000" pitchFamily="2" charset="-78"/>
                </a:rPr>
                <a:t>لم تبدأ</a:t>
              </a:r>
              <a:endParaRPr lang="en-US" sz="1050" dirty="0">
                <a:latin typeface="Tajawal" panose="00000500000000000000" pitchFamily="2" charset="-78"/>
                <a:cs typeface="Tajawal" panose="00000500000000000000" pitchFamily="2" charset="-78"/>
              </a:endParaRPr>
            </a:p>
          </p:txBody>
        </p:sp>
      </p:grpSp>
      <p:sp>
        <p:nvSpPr>
          <p:cNvPr id="3" name="Oval 2">
            <a:extLst>
              <a:ext uri="{FF2B5EF4-FFF2-40B4-BE49-F238E27FC236}">
                <a16:creationId xmlns:a16="http://schemas.microsoft.com/office/drawing/2014/main" id="{085B44C9-C566-10D4-257D-B2724B403302}"/>
              </a:ext>
            </a:extLst>
          </p:cNvPr>
          <p:cNvSpPr/>
          <p:nvPr/>
        </p:nvSpPr>
        <p:spPr>
          <a:xfrm>
            <a:off x="8504958" y="2444143"/>
            <a:ext cx="182880" cy="18288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4" name="Oval 3">
            <a:extLst>
              <a:ext uri="{FF2B5EF4-FFF2-40B4-BE49-F238E27FC236}">
                <a16:creationId xmlns:a16="http://schemas.microsoft.com/office/drawing/2014/main" id="{57ED8FED-BF76-F9D1-955A-289147008060}"/>
              </a:ext>
            </a:extLst>
          </p:cNvPr>
          <p:cNvSpPr/>
          <p:nvPr/>
        </p:nvSpPr>
        <p:spPr>
          <a:xfrm>
            <a:off x="8504958" y="2901531"/>
            <a:ext cx="182880" cy="18288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5" name="Oval 4">
            <a:extLst>
              <a:ext uri="{FF2B5EF4-FFF2-40B4-BE49-F238E27FC236}">
                <a16:creationId xmlns:a16="http://schemas.microsoft.com/office/drawing/2014/main" id="{2B507592-1FD1-9FED-A70C-064E364DD9B6}"/>
              </a:ext>
            </a:extLst>
          </p:cNvPr>
          <p:cNvSpPr/>
          <p:nvPr/>
        </p:nvSpPr>
        <p:spPr>
          <a:xfrm>
            <a:off x="8504958" y="3376685"/>
            <a:ext cx="182880" cy="18288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9" name="Oval 18">
            <a:extLst>
              <a:ext uri="{FF2B5EF4-FFF2-40B4-BE49-F238E27FC236}">
                <a16:creationId xmlns:a16="http://schemas.microsoft.com/office/drawing/2014/main" id="{574FDD74-9C27-BD4E-194E-3B08671D7099}"/>
              </a:ext>
            </a:extLst>
          </p:cNvPr>
          <p:cNvSpPr/>
          <p:nvPr/>
        </p:nvSpPr>
        <p:spPr>
          <a:xfrm>
            <a:off x="8507355" y="3808469"/>
            <a:ext cx="182880" cy="18288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0" name="Oval 19">
            <a:extLst>
              <a:ext uri="{FF2B5EF4-FFF2-40B4-BE49-F238E27FC236}">
                <a16:creationId xmlns:a16="http://schemas.microsoft.com/office/drawing/2014/main" id="{F98FF476-5DFE-44B3-9E25-EE60CE9870B3}"/>
              </a:ext>
            </a:extLst>
          </p:cNvPr>
          <p:cNvSpPr/>
          <p:nvPr/>
        </p:nvSpPr>
        <p:spPr>
          <a:xfrm>
            <a:off x="8504958" y="4240253"/>
            <a:ext cx="182880" cy="18288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2" name="TextBox 21">
            <a:extLst>
              <a:ext uri="{FF2B5EF4-FFF2-40B4-BE49-F238E27FC236}">
                <a16:creationId xmlns:a16="http://schemas.microsoft.com/office/drawing/2014/main" id="{22A5461F-2672-FDDE-4A6C-1BCD71DEA6F7}"/>
              </a:ext>
            </a:extLst>
          </p:cNvPr>
          <p:cNvSpPr txBox="1"/>
          <p:nvPr/>
        </p:nvSpPr>
        <p:spPr>
          <a:xfrm>
            <a:off x="1309255" y="5775667"/>
            <a:ext cx="3730336" cy="369332"/>
          </a:xfrm>
          <a:prstGeom prst="rect">
            <a:avLst/>
          </a:prstGeom>
          <a:noFill/>
        </p:spPr>
        <p:txBody>
          <a:bodyPr wrap="square" rtlCol="0">
            <a:spAutoFit/>
          </a:bodyPr>
          <a:lstStyle/>
          <a:p>
            <a:pPr algn="r" rtl="1"/>
            <a:r>
              <a:rPr lang="ar-SA" dirty="0"/>
              <a:t>* تشير إلى المعالم الرئيسية المرتبطة </a:t>
            </a:r>
            <a:endParaRPr lang="en-US" dirty="0"/>
          </a:p>
        </p:txBody>
      </p:sp>
      <p:sp>
        <p:nvSpPr>
          <p:cNvPr id="18" name="Text Placeholder 1">
            <a:extLst>
              <a:ext uri="{FF2B5EF4-FFF2-40B4-BE49-F238E27FC236}">
                <a16:creationId xmlns:a16="http://schemas.microsoft.com/office/drawing/2014/main" id="{3A6AEA4F-AEE6-6FE1-8F59-008F8A6B2858}"/>
              </a:ext>
            </a:extLst>
          </p:cNvPr>
          <p:cNvSpPr txBox="1">
            <a:spLocks/>
          </p:cNvSpPr>
          <p:nvPr/>
        </p:nvSpPr>
        <p:spPr>
          <a:xfrm>
            <a:off x="4476894" y="470647"/>
            <a:ext cx="3931947" cy="418264"/>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ar-SA" b="1" dirty="0">
                <a:latin typeface="Tajawal" panose="00000500000000000000" pitchFamily="2" charset="-78"/>
                <a:cs typeface="Tajawal" panose="00000500000000000000" pitchFamily="2" charset="-78"/>
              </a:rPr>
              <a:t>ملخص تنفيذي</a:t>
            </a:r>
            <a:endParaRPr lang="en-US" b="1" dirty="0">
              <a:latin typeface="Tajawal" panose="00000500000000000000" pitchFamily="2" charset="-78"/>
              <a:cs typeface="Tajawal" panose="00000500000000000000" pitchFamily="2" charset="-78"/>
            </a:endParaRPr>
          </a:p>
        </p:txBody>
      </p:sp>
    </p:spTree>
    <p:extLst>
      <p:ext uri="{BB962C8B-B14F-4D97-AF65-F5344CB8AC3E}">
        <p14:creationId xmlns:p14="http://schemas.microsoft.com/office/powerpoint/2010/main" val="261663257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C6B2B-DA27-22E0-9361-51B3AEA4E471}"/>
            </a:ext>
          </a:extLst>
        </p:cNvPr>
        <p:cNvGrpSpPr/>
        <p:nvPr/>
      </p:nvGrpSpPr>
      <p:grpSpPr>
        <a:xfrm>
          <a:off x="0" y="0"/>
          <a:ext cx="0" cy="0"/>
          <a:chOff x="0" y="0"/>
          <a:chExt cx="0" cy="0"/>
        </a:xfrm>
      </p:grpSpPr>
      <p:sp>
        <p:nvSpPr>
          <p:cNvPr id="8" name="Text Placeholder 1">
            <a:extLst>
              <a:ext uri="{FF2B5EF4-FFF2-40B4-BE49-F238E27FC236}">
                <a16:creationId xmlns:a16="http://schemas.microsoft.com/office/drawing/2014/main" id="{BBC656EE-C979-BD7A-1EA6-CC5433AB1381}"/>
              </a:ext>
            </a:extLst>
          </p:cNvPr>
          <p:cNvSpPr txBox="1">
            <a:spLocks/>
          </p:cNvSpPr>
          <p:nvPr/>
        </p:nvSpPr>
        <p:spPr>
          <a:xfrm>
            <a:off x="5046434" y="2444116"/>
            <a:ext cx="6608246" cy="1741167"/>
          </a:xfrm>
          <a:prstGeom prst="rect">
            <a:avLst/>
          </a:prstGeom>
        </p:spPr>
        <p:txBody>
          <a:bodyPr anchor="ctr"/>
          <a:lstStyle>
            <a:lvl1pPr marL="0" indent="0" algn="l" defTabSz="914400" rtl="0" eaLnBrk="1" latinLnBrk="0" hangingPunct="1">
              <a:lnSpc>
                <a:spcPct val="90000"/>
              </a:lnSpc>
              <a:spcBef>
                <a:spcPts val="1000"/>
              </a:spcBef>
              <a:buFont typeface="Arial" panose="020B0604020202020204" pitchFamily="34" charset="0"/>
              <a:buNone/>
              <a:defRPr sz="4800" b="1" kern="1200">
                <a:solidFill>
                  <a:schemeClr val="accent2"/>
                </a:solidFill>
                <a:effectLst/>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ar-JO" sz="4000" dirty="0">
                <a:solidFill>
                  <a:schemeClr val="bg1"/>
                </a:solidFill>
                <a:latin typeface="Tajawal" panose="00000500000000000000" pitchFamily="2" charset="-78"/>
                <a:cs typeface="Tajawal" panose="00000500000000000000" pitchFamily="2" charset="-78"/>
              </a:rPr>
              <a:t>خط سير المشروع والمهام</a:t>
            </a:r>
            <a:endParaRPr lang="en-US" sz="4000" dirty="0">
              <a:solidFill>
                <a:schemeClr val="bg1"/>
              </a:solidFill>
              <a:latin typeface="Tajawal" panose="00000500000000000000" pitchFamily="2" charset="-78"/>
              <a:cs typeface="Tajawal" panose="00000500000000000000" pitchFamily="2" charset="-78"/>
            </a:endParaRPr>
          </a:p>
        </p:txBody>
      </p:sp>
      <p:sp>
        <p:nvSpPr>
          <p:cNvPr id="9" name="TextBox 8">
            <a:extLst>
              <a:ext uri="{FF2B5EF4-FFF2-40B4-BE49-F238E27FC236}">
                <a16:creationId xmlns:a16="http://schemas.microsoft.com/office/drawing/2014/main" id="{03254706-A8BD-5E0C-5F6A-86C55D2B9058}"/>
              </a:ext>
            </a:extLst>
          </p:cNvPr>
          <p:cNvSpPr txBox="1"/>
          <p:nvPr/>
        </p:nvSpPr>
        <p:spPr>
          <a:xfrm>
            <a:off x="603995" y="4000143"/>
            <a:ext cx="2133918" cy="240065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DIN Next LT Arabic"/>
                <a:ea typeface="+mn-ea"/>
                <a:cs typeface="ntaqat"/>
              </a:rPr>
              <a:t>0</a:t>
            </a:r>
            <a:r>
              <a:rPr kumimoji="0" lang="ar-SA" sz="150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DIN Next LT Arabic"/>
                <a:ea typeface="+mn-ea"/>
                <a:cs typeface="ntaqat"/>
              </a:rPr>
              <a:t>2</a:t>
            </a:r>
            <a:endParaRPr kumimoji="0" lang="en-US" sz="150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DIN Next LT Arabic"/>
              <a:ea typeface="+mn-ea"/>
              <a:cs typeface="ntaqat"/>
            </a:endParaRPr>
          </a:p>
        </p:txBody>
      </p:sp>
    </p:spTree>
    <p:extLst>
      <p:ext uri="{BB962C8B-B14F-4D97-AF65-F5344CB8AC3E}">
        <p14:creationId xmlns:p14="http://schemas.microsoft.com/office/powerpoint/2010/main" val="4151858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1DC6D-6DE9-A1A4-CC5D-4F8FD03172C9}"/>
            </a:ext>
          </a:extLst>
        </p:cNvPr>
        <p:cNvGrpSpPr/>
        <p:nvPr/>
      </p:nvGrpSpPr>
      <p:grpSpPr>
        <a:xfrm>
          <a:off x="0" y="0"/>
          <a:ext cx="0" cy="0"/>
          <a:chOff x="0" y="0"/>
          <a:chExt cx="0" cy="0"/>
        </a:xfrm>
      </p:grpSpPr>
      <p:sp>
        <p:nvSpPr>
          <p:cNvPr id="46" name="Rectangle 42">
            <a:extLst>
              <a:ext uri="{FF2B5EF4-FFF2-40B4-BE49-F238E27FC236}">
                <a16:creationId xmlns:a16="http://schemas.microsoft.com/office/drawing/2014/main" id="{105E485C-83F7-A02B-5EAE-06751541F92C}"/>
              </a:ext>
            </a:extLst>
          </p:cNvPr>
          <p:cNvSpPr>
            <a:spLocks noChangeArrowheads="1"/>
          </p:cNvSpPr>
          <p:nvPr/>
        </p:nvSpPr>
        <p:spPr bwMode="auto">
          <a:xfrm>
            <a:off x="-1275604" y="143792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7" name="Rectangle 58">
            <a:extLst>
              <a:ext uri="{FF2B5EF4-FFF2-40B4-BE49-F238E27FC236}">
                <a16:creationId xmlns:a16="http://schemas.microsoft.com/office/drawing/2014/main" id="{B2B6A775-44DA-AB20-29E5-D9F3FCCB635F}"/>
              </a:ext>
            </a:extLst>
          </p:cNvPr>
          <p:cNvSpPr>
            <a:spLocks noChangeArrowheads="1"/>
          </p:cNvSpPr>
          <p:nvPr/>
        </p:nvSpPr>
        <p:spPr bwMode="auto">
          <a:xfrm>
            <a:off x="0" y="47064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 name="Table 1">
            <a:extLst>
              <a:ext uri="{FF2B5EF4-FFF2-40B4-BE49-F238E27FC236}">
                <a16:creationId xmlns:a16="http://schemas.microsoft.com/office/drawing/2014/main" id="{76AA2F41-6C87-A0D7-3360-ECC573983F85}"/>
              </a:ext>
            </a:extLst>
          </p:cNvPr>
          <p:cNvGraphicFramePr>
            <a:graphicFrameLocks noGrp="1"/>
          </p:cNvGraphicFramePr>
          <p:nvPr>
            <p:extLst>
              <p:ext uri="{D42A27DB-BD31-4B8C-83A1-F6EECF244321}">
                <p14:modId xmlns:p14="http://schemas.microsoft.com/office/powerpoint/2010/main" val="3973595951"/>
              </p:ext>
            </p:extLst>
          </p:nvPr>
        </p:nvGraphicFramePr>
        <p:xfrm>
          <a:off x="68826" y="1622914"/>
          <a:ext cx="11568102" cy="3991115"/>
        </p:xfrm>
        <a:graphic>
          <a:graphicData uri="http://schemas.openxmlformats.org/drawingml/2006/table">
            <a:tbl>
              <a:tblPr>
                <a:tableStyleId>{7DF18680-E054-41AD-8BC1-D1AEF772440D}</a:tableStyleId>
              </a:tblPr>
              <a:tblGrid>
                <a:gridCol w="2555206">
                  <a:extLst>
                    <a:ext uri="{9D8B030D-6E8A-4147-A177-3AD203B41FA5}">
                      <a16:colId xmlns:a16="http://schemas.microsoft.com/office/drawing/2014/main" val="440369287"/>
                    </a:ext>
                  </a:extLst>
                </a:gridCol>
                <a:gridCol w="799705">
                  <a:extLst>
                    <a:ext uri="{9D8B030D-6E8A-4147-A177-3AD203B41FA5}">
                      <a16:colId xmlns:a16="http://schemas.microsoft.com/office/drawing/2014/main" val="1766651830"/>
                    </a:ext>
                  </a:extLst>
                </a:gridCol>
                <a:gridCol w="994228">
                  <a:extLst>
                    <a:ext uri="{9D8B030D-6E8A-4147-A177-3AD203B41FA5}">
                      <a16:colId xmlns:a16="http://schemas.microsoft.com/office/drawing/2014/main" val="53463299"/>
                    </a:ext>
                  </a:extLst>
                </a:gridCol>
                <a:gridCol w="951001">
                  <a:extLst>
                    <a:ext uri="{9D8B030D-6E8A-4147-A177-3AD203B41FA5}">
                      <a16:colId xmlns:a16="http://schemas.microsoft.com/office/drawing/2014/main" val="3091525918"/>
                    </a:ext>
                  </a:extLst>
                </a:gridCol>
                <a:gridCol w="805692">
                  <a:extLst>
                    <a:ext uri="{9D8B030D-6E8A-4147-A177-3AD203B41FA5}">
                      <a16:colId xmlns:a16="http://schemas.microsoft.com/office/drawing/2014/main" val="3287169623"/>
                    </a:ext>
                  </a:extLst>
                </a:gridCol>
                <a:gridCol w="1313527">
                  <a:extLst>
                    <a:ext uri="{9D8B030D-6E8A-4147-A177-3AD203B41FA5}">
                      <a16:colId xmlns:a16="http://schemas.microsoft.com/office/drawing/2014/main" val="94745673"/>
                    </a:ext>
                  </a:extLst>
                </a:gridCol>
                <a:gridCol w="593656">
                  <a:extLst>
                    <a:ext uri="{9D8B030D-6E8A-4147-A177-3AD203B41FA5}">
                      <a16:colId xmlns:a16="http://schemas.microsoft.com/office/drawing/2014/main" val="3770179118"/>
                    </a:ext>
                  </a:extLst>
                </a:gridCol>
                <a:gridCol w="2916403">
                  <a:extLst>
                    <a:ext uri="{9D8B030D-6E8A-4147-A177-3AD203B41FA5}">
                      <a16:colId xmlns:a16="http://schemas.microsoft.com/office/drawing/2014/main" val="261331466"/>
                    </a:ext>
                  </a:extLst>
                </a:gridCol>
                <a:gridCol w="638684">
                  <a:extLst>
                    <a:ext uri="{9D8B030D-6E8A-4147-A177-3AD203B41FA5}">
                      <a16:colId xmlns:a16="http://schemas.microsoft.com/office/drawing/2014/main" val="3125799418"/>
                    </a:ext>
                  </a:extLst>
                </a:gridCol>
              </a:tblGrid>
              <a:tr h="687443">
                <a:tc>
                  <a:txBody>
                    <a:bodyPr/>
                    <a:lstStyle/>
                    <a:p>
                      <a:pPr algn="ctr" fontAlgn="base"/>
                      <a:r>
                        <a:rPr lang="ar-SA" sz="1000" b="1" kern="1200" dirty="0">
                          <a:solidFill>
                            <a:schemeClr val="bg1"/>
                          </a:solidFill>
                          <a:latin typeface="Sakkal Majalla" panose="02000000000000000000" pitchFamily="2" charset="-78"/>
                          <a:ea typeface="+mn-ea"/>
                          <a:cs typeface="Tajawal" panose="00000500000000000000"/>
                        </a:rPr>
                        <a:t>الملاحظات / العوائق</a:t>
                      </a:r>
                      <a:endParaRPr lang="en-US" sz="10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SA" sz="1000" b="1" kern="1200" dirty="0">
                          <a:solidFill>
                            <a:schemeClr val="bg1"/>
                          </a:solidFill>
                          <a:latin typeface="Sakkal Majalla" panose="02000000000000000000" pitchFamily="2" charset="-78"/>
                          <a:ea typeface="+mn-ea"/>
                          <a:cs typeface="Tajawal" panose="00000500000000000000"/>
                        </a:rPr>
                        <a:t>مستوى التأثير</a:t>
                      </a:r>
                      <a:endParaRPr lang="en-US" sz="10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marL="0" marR="0" lvl="0" indent="0" algn="ctr" defTabSz="914358" rtl="0" eaLnBrk="1" fontAlgn="base" latinLnBrk="0" hangingPunct="1">
                        <a:lnSpc>
                          <a:spcPct val="100000"/>
                        </a:lnSpc>
                        <a:spcBef>
                          <a:spcPts val="0"/>
                        </a:spcBef>
                        <a:spcAft>
                          <a:spcPts val="0"/>
                        </a:spcAft>
                        <a:buClrTx/>
                        <a:buSzTx/>
                        <a:buFontTx/>
                        <a:buNone/>
                        <a:tabLst/>
                        <a:defRPr/>
                      </a:pPr>
                      <a:r>
                        <a:rPr lang="ar-SA" sz="1000" b="1" kern="1200" dirty="0">
                          <a:solidFill>
                            <a:schemeClr val="bg1"/>
                          </a:solidFill>
                          <a:latin typeface="Sakkal Majalla" panose="02000000000000000000" pitchFamily="2" charset="-78"/>
                          <a:ea typeface="+mn-ea"/>
                          <a:cs typeface="Tajawal" panose="00000500000000000000"/>
                        </a:rPr>
                        <a:t>تاريخ </a:t>
                      </a:r>
                      <a:r>
                        <a:rPr lang="ar-SA" sz="1000" b="1" kern="1200" dirty="0" err="1">
                          <a:solidFill>
                            <a:schemeClr val="bg1"/>
                          </a:solidFill>
                          <a:latin typeface="Sakkal Majalla" panose="02000000000000000000" pitchFamily="2" charset="-78"/>
                          <a:ea typeface="+mn-ea"/>
                          <a:cs typeface="Tajawal" panose="00000500000000000000"/>
                        </a:rPr>
                        <a:t>إكتمال</a:t>
                      </a:r>
                      <a:r>
                        <a:rPr lang="ar-SA" sz="1000" b="1" kern="1200" dirty="0">
                          <a:solidFill>
                            <a:schemeClr val="bg1"/>
                          </a:solidFill>
                          <a:latin typeface="Sakkal Majalla" panose="02000000000000000000" pitchFamily="2" charset="-78"/>
                          <a:ea typeface="+mn-ea"/>
                          <a:cs typeface="Tajawal" panose="00000500000000000000"/>
                        </a:rPr>
                        <a:t> المهمة</a:t>
                      </a:r>
                      <a:endParaRPr lang="en-US" sz="10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SA" sz="1000" b="1" kern="1200" dirty="0">
                          <a:solidFill>
                            <a:schemeClr val="bg1"/>
                          </a:solidFill>
                          <a:latin typeface="Sakkal Majalla" panose="02000000000000000000" pitchFamily="2" charset="-78"/>
                          <a:ea typeface="+mn-ea"/>
                          <a:cs typeface="Tajawal" panose="00000500000000000000"/>
                        </a:rPr>
                        <a:t>تاريخ التسليم المعدل</a:t>
                      </a:r>
                      <a:endParaRPr lang="en-US" sz="10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SA" sz="1000" b="1" kern="1200" dirty="0">
                          <a:solidFill>
                            <a:schemeClr val="bg1"/>
                          </a:solidFill>
                          <a:latin typeface="Sakkal Majalla" panose="02000000000000000000" pitchFamily="2" charset="-78"/>
                          <a:ea typeface="+mn-ea"/>
                          <a:cs typeface="Tajawal" panose="00000500000000000000"/>
                        </a:rPr>
                        <a:t>تاريخ التسليم المخطط</a:t>
                      </a:r>
                      <a:endParaRPr lang="en-US" sz="10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SA" sz="1000" b="1" kern="1200" dirty="0">
                          <a:solidFill>
                            <a:schemeClr val="bg1"/>
                          </a:solidFill>
                          <a:latin typeface="Sakkal Majalla" panose="02000000000000000000" pitchFamily="2" charset="-78"/>
                          <a:ea typeface="+mn-ea"/>
                          <a:cs typeface="Tajawal" panose="00000500000000000000"/>
                        </a:rPr>
                        <a:t>المسؤول (</a:t>
                      </a:r>
                      <a:r>
                        <a:rPr lang="ar-SA" sz="1000" b="1" kern="1200" dirty="0" err="1">
                          <a:solidFill>
                            <a:schemeClr val="bg1"/>
                          </a:solidFill>
                          <a:latin typeface="Sakkal Majalla" panose="02000000000000000000" pitchFamily="2" charset="-78"/>
                          <a:ea typeface="+mn-ea"/>
                          <a:cs typeface="Tajawal" panose="00000500000000000000"/>
                        </a:rPr>
                        <a:t>بالإسم</a:t>
                      </a:r>
                      <a:r>
                        <a:rPr lang="ar-SA" sz="1000" b="1" kern="1200" dirty="0">
                          <a:solidFill>
                            <a:schemeClr val="bg1"/>
                          </a:solidFill>
                          <a:latin typeface="Sakkal Majalla" panose="02000000000000000000" pitchFamily="2" charset="-78"/>
                          <a:ea typeface="+mn-ea"/>
                          <a:cs typeface="Tajawal" panose="00000500000000000000"/>
                        </a:rPr>
                        <a:t>)</a:t>
                      </a:r>
                      <a:endParaRPr lang="en-US" sz="10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LB" sz="1000" b="1" kern="1200" dirty="0">
                          <a:solidFill>
                            <a:schemeClr val="bg1"/>
                          </a:solidFill>
                          <a:latin typeface="Sakkal Majalla" panose="02000000000000000000" pitchFamily="2" charset="-78"/>
                          <a:ea typeface="+mn-ea"/>
                          <a:cs typeface="Tajawal" panose="00000500000000000000"/>
                        </a:rPr>
                        <a:t>الحالة</a:t>
                      </a:r>
                      <a:endParaRPr lang="en-US" sz="10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marL="0" marR="0" lvl="0" indent="0" algn="ctr" defTabSz="914358" rtl="0" eaLnBrk="1" fontAlgn="base" latinLnBrk="0" hangingPunct="1">
                        <a:lnSpc>
                          <a:spcPct val="100000"/>
                        </a:lnSpc>
                        <a:spcBef>
                          <a:spcPts val="0"/>
                        </a:spcBef>
                        <a:spcAft>
                          <a:spcPts val="0"/>
                        </a:spcAft>
                        <a:buClrTx/>
                        <a:buSzTx/>
                        <a:buFontTx/>
                        <a:buNone/>
                        <a:tabLst/>
                        <a:defRPr/>
                      </a:pPr>
                      <a:r>
                        <a:rPr lang="ar-SA" sz="1000" b="1" kern="1200" dirty="0">
                          <a:solidFill>
                            <a:schemeClr val="bg1"/>
                          </a:solidFill>
                          <a:latin typeface="Sakkal Majalla" panose="02000000000000000000" pitchFamily="2" charset="-78"/>
                          <a:ea typeface="+mn-ea"/>
                          <a:cs typeface="Tajawal" panose="00000500000000000000"/>
                        </a:rPr>
                        <a:t>الشرح</a:t>
                      </a:r>
                      <a:endParaRPr lang="en-US" sz="10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SA" sz="1000" b="1" kern="1200" dirty="0">
                          <a:solidFill>
                            <a:schemeClr val="bg1"/>
                          </a:solidFill>
                          <a:latin typeface="Sakkal Majalla" panose="02000000000000000000" pitchFamily="2" charset="-78"/>
                          <a:ea typeface="+mn-ea"/>
                          <a:cs typeface="Tajawal" panose="00000500000000000000"/>
                        </a:rPr>
                        <a:t>#</a:t>
                      </a:r>
                      <a:endParaRPr lang="en-US" sz="10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extLst>
                  <a:ext uri="{0D108BD9-81ED-4DB2-BD59-A6C34878D82A}">
                    <a16:rowId xmlns:a16="http://schemas.microsoft.com/office/drawing/2014/main" val="370201215"/>
                  </a:ext>
                </a:extLst>
              </a:tr>
              <a:tr h="474664">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مرتفع</a:t>
                      </a:r>
                      <a:endPar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a:t>
                      </a:r>
                      <a:endPar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LB"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17</a:t>
                      </a:r>
                      <a:r>
                        <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/02/2026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0</a:t>
                      </a:r>
                      <a:r>
                        <a:rPr kumimoji="0" lang="ar-LB"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5</a:t>
                      </a:r>
                      <a:r>
                        <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/01/2026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LB" sz="90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محمد العيدي (نتويز)</a:t>
                      </a:r>
                      <a:endParaRPr kumimoji="0" lang="en-US" sz="90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228600" indent="0" algn="r" rtl="1">
                        <a:spcBef>
                          <a:spcPts val="500"/>
                        </a:spcBef>
                        <a:spcAft>
                          <a:spcPts val="500"/>
                        </a:spcAft>
                        <a:buClr>
                          <a:srgbClr val="D7AD3A"/>
                        </a:buClr>
                        <a:buFont typeface="Symbol" panose="05050102010706020507" pitchFamily="18" charset="2"/>
                        <a:buNone/>
                      </a:pPr>
                      <a:r>
                        <a:rPr lang="ar-LB" sz="900" b="1" kern="100" dirty="0">
                          <a:solidFill>
                            <a:srgbClr val="2D2D0E"/>
                          </a:solidFill>
                          <a:cs typeface="Tajawal" panose="00000500000000000000"/>
                        </a:rPr>
                        <a:t>أستكمال إعداد وثيقة متطلبات الأعمال التفصيلية (</a:t>
                      </a:r>
                      <a:r>
                        <a:rPr lang="en-US" sz="900" b="1" kern="100" dirty="0">
                          <a:solidFill>
                            <a:srgbClr val="2D2D0E"/>
                          </a:solidFill>
                          <a:cs typeface="Tajawal" panose="00000500000000000000"/>
                        </a:rPr>
                        <a:t>SRS</a:t>
                      </a:r>
                      <a:r>
                        <a:rPr lang="ar-LB" sz="900" b="1" kern="100" dirty="0">
                          <a:solidFill>
                            <a:srgbClr val="2D2D0E"/>
                          </a:solidFill>
                          <a:cs typeface="Tajawal" panose="00000500000000000000"/>
                        </a:rPr>
                        <a:t>) لخدمات </a:t>
                      </a:r>
                      <a:r>
                        <a:rPr lang="en-US" sz="900" b="1" kern="100" dirty="0">
                          <a:solidFill>
                            <a:srgbClr val="2D2D0E"/>
                          </a:solidFill>
                          <a:cs typeface="Tajawal" panose="00000500000000000000"/>
                        </a:rPr>
                        <a:t>MVP</a:t>
                      </a:r>
                      <a:endParaRPr lang="ar-LB" sz="900" b="1" kern="100" dirty="0">
                        <a:solidFill>
                          <a:srgbClr val="2D2D0E"/>
                        </a:solidFill>
                        <a:cs typeface="Tajawal" panose="00000500000000000000"/>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rPr>
                        <a:t>A-001</a:t>
                      </a:r>
                    </a:p>
                  </a:txBody>
                  <a:tcPr anchor="ctr">
                    <a:solidFill>
                      <a:srgbClr val="F2F2F2"/>
                    </a:solidFill>
                  </a:tcPr>
                </a:tc>
                <a:extLst>
                  <a:ext uri="{0D108BD9-81ED-4DB2-BD59-A6C34878D82A}">
                    <a16:rowId xmlns:a16="http://schemas.microsoft.com/office/drawing/2014/main" val="609534618"/>
                  </a:ext>
                </a:extLst>
              </a:tr>
              <a:tr h="643225">
                <a:tc>
                  <a:txBody>
                    <a:bodyPr/>
                    <a:lstStyle/>
                    <a:p>
                      <a:pPr marL="0" marR="228600" indent="0" algn="r" rtl="1">
                        <a:spcBef>
                          <a:spcPts val="500"/>
                        </a:spcBef>
                        <a:spcAft>
                          <a:spcPts val="500"/>
                        </a:spcAft>
                        <a:buClr>
                          <a:srgbClr val="D7AD3A"/>
                        </a:buClr>
                        <a:buFont typeface="Symbol" panose="05050102010706020507" pitchFamily="18" charset="2"/>
                        <a:buNone/>
                      </a:pPr>
                      <a:r>
                        <a:rPr lang="ar-LB" sz="900" b="1" kern="100" dirty="0">
                          <a:solidFill>
                            <a:srgbClr val="2D2D0E"/>
                          </a:solidFill>
                          <a:cs typeface="Tajawal" panose="00000500000000000000"/>
                        </a:rPr>
                        <a:t>تم </a:t>
                      </a:r>
                      <a:r>
                        <a:rPr lang="ar-SA" sz="900" b="1" kern="100" dirty="0">
                          <a:solidFill>
                            <a:srgbClr val="2D2D0E"/>
                          </a:solidFill>
                          <a:cs typeface="Tajawal" panose="00000500000000000000"/>
                        </a:rPr>
                        <a:t>مشاركة ملف إكسل يتضمن الأسماء الفعلية وعناوين </a:t>
                      </a:r>
                      <a:r>
                        <a:rPr lang="en-US" sz="900" b="1" kern="100" dirty="0">
                          <a:solidFill>
                            <a:srgbClr val="2D2D0E"/>
                          </a:solidFill>
                          <a:cs typeface="Tajawal" panose="00000500000000000000"/>
                        </a:rPr>
                        <a:t>IP</a:t>
                      </a:r>
                      <a:r>
                        <a:rPr lang="ar-LB" sz="900" b="1" kern="100" dirty="0">
                          <a:solidFill>
                            <a:srgbClr val="2D2D0E"/>
                          </a:solidFill>
                          <a:cs typeface="Tajawal" panose="00000500000000000000"/>
                        </a:rPr>
                        <a:t> والمنافذ المتعلقة</a:t>
                      </a:r>
                      <a:r>
                        <a:rPr lang="ar-SA" sz="900" b="1" kern="100" dirty="0">
                          <a:solidFill>
                            <a:srgbClr val="2D2D0E"/>
                          </a:solidFill>
                          <a:cs typeface="Tajawal" panose="00000500000000000000"/>
                        </a:rPr>
                        <a:t> </a:t>
                      </a:r>
                      <a:r>
                        <a:rPr lang="ar-LB" sz="900" b="1" kern="100" dirty="0">
                          <a:solidFill>
                            <a:srgbClr val="2D2D0E"/>
                          </a:solidFill>
                          <a:cs typeface="Tajawal" panose="00000500000000000000"/>
                        </a:rPr>
                        <a:t> </a:t>
                      </a:r>
                      <a:r>
                        <a:rPr lang="ar-SA" sz="900" b="1" kern="100" dirty="0">
                          <a:solidFill>
                            <a:srgbClr val="2D2D0E"/>
                          </a:solidFill>
                          <a:cs typeface="Tajawal" panose="00000500000000000000"/>
                        </a:rPr>
                        <a:t>بالأنظمة لكل من البيئة التطويرية والبيئة التجريبية</a:t>
                      </a:r>
                      <a:r>
                        <a:rPr lang="ar-LB" sz="900" b="1" kern="100" dirty="0">
                          <a:solidFill>
                            <a:srgbClr val="2D2D0E"/>
                          </a:solidFill>
                          <a:cs typeface="Tajawal" panose="00000500000000000000"/>
                        </a:rPr>
                        <a:t> مع فريق المديرية</a:t>
                      </a:r>
                      <a:r>
                        <a:rPr lang="en-US" sz="900" b="1" kern="100" dirty="0">
                          <a:solidFill>
                            <a:srgbClr val="2D2D0E"/>
                          </a:solidFill>
                          <a:cs typeface="Tajawal" panose="00000500000000000000"/>
                        </a:rPr>
                        <a:t> </a:t>
                      </a:r>
                      <a:endParaRPr lang="ar-LB" sz="900" b="1" kern="100" dirty="0">
                        <a:solidFill>
                          <a:srgbClr val="2D2D0E"/>
                        </a:solidFill>
                        <a:cs typeface="Tajawal" panose="00000500000000000000"/>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مرتفع</a:t>
                      </a:r>
                      <a:endPar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LB"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a:t>
                      </a:r>
                      <a:endPar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19/02/2026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07/01/2026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90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معاذ البكر (سامي)</a:t>
                      </a:r>
                      <a:endParaRPr kumimoji="0" lang="ar-LB" sz="90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228600" indent="0" algn="r" rtl="1">
                        <a:spcBef>
                          <a:spcPts val="500"/>
                        </a:spcBef>
                        <a:spcAft>
                          <a:spcPts val="500"/>
                        </a:spcAft>
                        <a:buClr>
                          <a:srgbClr val="D7AD3A"/>
                        </a:buClr>
                        <a:buFont typeface="Symbol" panose="05050102010706020507" pitchFamily="18" charset="2"/>
                        <a:buNone/>
                      </a:pPr>
                      <a:r>
                        <a:rPr lang="ar-LB" sz="900" b="1" kern="100" dirty="0">
                          <a:solidFill>
                            <a:srgbClr val="2D2D0E"/>
                          </a:solidFill>
                          <a:cs typeface="Tajawal" panose="00000500000000000000"/>
                        </a:rPr>
                        <a:t>أستكمال العمل على تحضير البيئات التطويريه  والتشغيلية </a:t>
                      </a:r>
                      <a:endParaRPr lang="en-US" sz="900" b="1" kern="100" dirty="0">
                        <a:solidFill>
                          <a:srgbClr val="2D2D0E"/>
                        </a:solidFill>
                        <a:cs typeface="Tajawal" panose="00000500000000000000"/>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rPr>
                        <a:t>A-002</a:t>
                      </a:r>
                    </a:p>
                  </a:txBody>
                  <a:tcPr anchor="ctr">
                    <a:solidFill>
                      <a:srgbClr val="F2F2F2"/>
                    </a:solidFill>
                  </a:tcPr>
                </a:tc>
                <a:extLst>
                  <a:ext uri="{0D108BD9-81ED-4DB2-BD59-A6C34878D82A}">
                    <a16:rowId xmlns:a16="http://schemas.microsoft.com/office/drawing/2014/main" val="2391180014"/>
                  </a:ext>
                </a:extLst>
              </a:tr>
              <a:tr h="605487">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متوسط</a:t>
                      </a:r>
                      <a:endPar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a:t>
                      </a:r>
                      <a:endPar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TBD</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0</a:t>
                      </a:r>
                      <a:r>
                        <a:rPr kumimoji="0" lang="ar-LB"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5</a:t>
                      </a:r>
                      <a:r>
                        <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/01/2026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90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معاذ البكر (سامي)</a:t>
                      </a:r>
                      <a:endParaRPr kumimoji="0" lang="ar-LB" sz="90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228600" indent="0" algn="r" rtl="1">
                        <a:spcBef>
                          <a:spcPts val="500"/>
                        </a:spcBef>
                        <a:spcAft>
                          <a:spcPts val="500"/>
                        </a:spcAft>
                        <a:buClr>
                          <a:srgbClr val="D7AD3A"/>
                        </a:buClr>
                        <a:buFont typeface="Symbol" panose="05050102010706020507" pitchFamily="18" charset="2"/>
                        <a:buNone/>
                      </a:pPr>
                      <a:r>
                        <a:rPr lang="ar-LB" sz="900" b="1" kern="100" dirty="0">
                          <a:solidFill>
                            <a:srgbClr val="2D2D0E"/>
                          </a:solidFill>
                          <a:cs typeface="Tajawal" panose="00000500000000000000"/>
                        </a:rPr>
                        <a:t>مشاركة </a:t>
                      </a:r>
                      <a:r>
                        <a:rPr lang="ar-SA" sz="900" b="1" kern="100" dirty="0">
                          <a:solidFill>
                            <a:srgbClr val="2D2D0E"/>
                          </a:solidFill>
                          <a:cs typeface="Tajawal" panose="00000500000000000000"/>
                        </a:rPr>
                        <a:t>آلية الربط مع البصمة المعمول بها حاليًا </a:t>
                      </a:r>
                      <a:r>
                        <a:rPr lang="ar-LB" sz="900" b="1" kern="100" dirty="0">
                          <a:solidFill>
                            <a:srgbClr val="2D2D0E"/>
                          </a:solidFill>
                          <a:cs typeface="Tajawal" panose="00000500000000000000"/>
                        </a:rPr>
                        <a:t>(</a:t>
                      </a:r>
                      <a:r>
                        <a:rPr lang="ar-SA" sz="900" b="1" kern="100" dirty="0">
                          <a:solidFill>
                            <a:srgbClr val="2D2D0E"/>
                          </a:solidFill>
                          <a:cs typeface="Tajawal" panose="00000500000000000000"/>
                        </a:rPr>
                        <a:t>آلية دخول النزيل</a:t>
                      </a:r>
                      <a:r>
                        <a:rPr lang="en-US" sz="900" b="1" kern="100" dirty="0">
                          <a:solidFill>
                            <a:srgbClr val="2D2D0E"/>
                          </a:solidFill>
                          <a:cs typeface="Tajawal" panose="00000500000000000000"/>
                        </a:rPr>
                        <a:t>(</a:t>
                      </a:r>
                      <a:endParaRPr lang="ar-LB" sz="900" b="1" kern="100" dirty="0">
                        <a:solidFill>
                          <a:srgbClr val="2D2D0E"/>
                        </a:solidFill>
                        <a:cs typeface="Tajawal" panose="00000500000000000000"/>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rPr>
                        <a:t>A-003</a:t>
                      </a:r>
                    </a:p>
                  </a:txBody>
                  <a:tcPr anchor="ctr">
                    <a:solidFill>
                      <a:srgbClr val="F2F2F2"/>
                    </a:solidFill>
                  </a:tcPr>
                </a:tc>
                <a:extLst>
                  <a:ext uri="{0D108BD9-81ED-4DB2-BD59-A6C34878D82A}">
                    <a16:rowId xmlns:a16="http://schemas.microsoft.com/office/drawing/2014/main" val="2675841558"/>
                  </a:ext>
                </a:extLst>
              </a:tr>
              <a:tr h="437296">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مرتفع</a:t>
                      </a:r>
                      <a:endPar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a:t>
                      </a:r>
                      <a:endPar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TBD</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0</a:t>
                      </a:r>
                      <a:r>
                        <a:rPr kumimoji="0" lang="ar-LB"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5</a:t>
                      </a:r>
                      <a:r>
                        <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/01/2026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90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معاذ البكر (سامي)</a:t>
                      </a:r>
                      <a:endParaRPr kumimoji="0" lang="ar-LB" sz="90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228600" lvl="0" indent="0" algn="r" defTabSz="914400" rtl="1" eaLnBrk="1" fontAlgn="auto" latinLnBrk="0" hangingPunct="1">
                        <a:lnSpc>
                          <a:spcPct val="100000"/>
                        </a:lnSpc>
                        <a:spcBef>
                          <a:spcPts val="500"/>
                        </a:spcBef>
                        <a:spcAft>
                          <a:spcPts val="500"/>
                        </a:spcAft>
                        <a:buClr>
                          <a:srgbClr val="D7AD3A"/>
                        </a:buClr>
                        <a:buSzTx/>
                        <a:buFont typeface="Symbol" panose="05050102010706020507" pitchFamily="18" charset="2"/>
                        <a:buNone/>
                        <a:tabLst/>
                        <a:defRPr/>
                      </a:pPr>
                      <a:r>
                        <a:rPr lang="ar-LB" sz="900" b="1" kern="100" dirty="0">
                          <a:solidFill>
                            <a:srgbClr val="2D2D0E"/>
                          </a:solidFill>
                          <a:cs typeface="Tajawal" panose="00000500000000000000"/>
                        </a:rPr>
                        <a:t>تزويد فريق العمل بملف </a:t>
                      </a:r>
                      <a:r>
                        <a:rPr lang="en-US" sz="900" b="1" kern="100" dirty="0">
                          <a:solidFill>
                            <a:srgbClr val="2D2D0E"/>
                          </a:solidFill>
                          <a:cs typeface="Tajawal" panose="00000500000000000000"/>
                        </a:rPr>
                        <a:t>Excel )</a:t>
                      </a:r>
                      <a:r>
                        <a:rPr lang="ar-LB" sz="900" b="1" kern="100" dirty="0">
                          <a:solidFill>
                            <a:srgbClr val="2D2D0E"/>
                          </a:solidFill>
                          <a:cs typeface="Tajawal" panose="00000500000000000000"/>
                        </a:rPr>
                        <a:t>) يحتوي على أسماء المراكز التأهيلية المعتمدة من الشؤون الفنية بالتنسيق مع إدارة التميز المؤسسي</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rPr>
                        <a:t>A-004</a:t>
                      </a:r>
                    </a:p>
                  </a:txBody>
                  <a:tcPr anchor="ctr">
                    <a:solidFill>
                      <a:srgbClr val="F2F2F2"/>
                    </a:solidFill>
                  </a:tcPr>
                </a:tc>
                <a:extLst>
                  <a:ext uri="{0D108BD9-81ED-4DB2-BD59-A6C34878D82A}">
                    <a16:rowId xmlns:a16="http://schemas.microsoft.com/office/drawing/2014/main" val="1461927466"/>
                  </a:ext>
                </a:extLst>
              </a:tr>
              <a:tr h="437296">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مرتفع</a:t>
                      </a:r>
                      <a:endPar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a:t>
                      </a:r>
                      <a:endPar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03/02/2026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LB"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05</a:t>
                      </a:r>
                      <a:r>
                        <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/01/2026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90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معاذ البكر (سامي)</a:t>
                      </a:r>
                      <a:endParaRPr kumimoji="0" lang="ar-LB" sz="90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r" defTabSz="914340" rtl="1" eaLnBrk="1" fontAlgn="base" latinLnBrk="0" hangingPunct="1">
                        <a:lnSpc>
                          <a:spcPct val="100000"/>
                        </a:lnSpc>
                        <a:spcBef>
                          <a:spcPts val="0"/>
                        </a:spcBef>
                        <a:spcAft>
                          <a:spcPts val="0"/>
                        </a:spcAft>
                        <a:buClrTx/>
                        <a:buSzTx/>
                        <a:buFontTx/>
                        <a:buNone/>
                        <a:tabLst/>
                        <a:defRPr/>
                      </a:pPr>
                      <a:r>
                        <a:rPr lang="ar-SA" sz="900" b="1" kern="100" dirty="0">
                          <a:solidFill>
                            <a:srgbClr val="2D2D0E"/>
                          </a:solidFill>
                          <a:latin typeface="+mn-lt"/>
                          <a:ea typeface="+mn-ea"/>
                          <a:cs typeface="Tajawal" panose="00000500000000000000"/>
                        </a:rPr>
                        <a:t>الحصول على قرار رسمي من المديرية بشأن إدراج أو استبعاد خدمة تسليم الأمانات من نطاق المشروع، وفي حال اعتماد إدراجها، تحديد واعتماد آلية عمل خدمة طلب تسليم الأمانات</a:t>
                      </a:r>
                      <a:endParaRPr lang="ar-LB" sz="900" b="1" kern="100" dirty="0">
                        <a:solidFill>
                          <a:srgbClr val="2D2D0E"/>
                        </a:solidFill>
                        <a:latin typeface="+mn-lt"/>
                        <a:ea typeface="+mn-ea"/>
                        <a:cs typeface="Tajawal" panose="00000500000000000000"/>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rPr>
                        <a:t>A-00</a:t>
                      </a:r>
                      <a:r>
                        <a:rPr kumimoji="0" lang="ar-LB" sz="90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rPr>
                        <a:t>6</a:t>
                      </a:r>
                      <a:endParaRPr kumimoji="0" lang="en-US" sz="90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extLst>
                  <a:ext uri="{0D108BD9-81ED-4DB2-BD59-A6C34878D82A}">
                    <a16:rowId xmlns:a16="http://schemas.microsoft.com/office/drawing/2014/main" val="2600362582"/>
                  </a:ext>
                </a:extLst>
              </a:tr>
              <a:tr h="437296">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مرتفع</a:t>
                      </a:r>
                      <a:endPar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a:t>
                      </a:r>
                      <a:endPar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20/02/2026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13/01/2026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LB" sz="90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طوعة السندي</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r" defTabSz="914340" rtl="1" eaLnBrk="1" fontAlgn="base" latinLnBrk="0" hangingPunct="1">
                        <a:lnSpc>
                          <a:spcPct val="100000"/>
                        </a:lnSpc>
                        <a:spcBef>
                          <a:spcPts val="0"/>
                        </a:spcBef>
                        <a:spcAft>
                          <a:spcPts val="0"/>
                        </a:spcAft>
                        <a:buClrTx/>
                        <a:buSzTx/>
                        <a:buFontTx/>
                        <a:buNone/>
                        <a:tabLst/>
                        <a:defRPr/>
                      </a:pPr>
                      <a:r>
                        <a:rPr lang="ar-LB" sz="900" b="1" kern="100" dirty="0">
                          <a:solidFill>
                            <a:srgbClr val="2D2D0E"/>
                          </a:solidFill>
                          <a:cs typeface="Tajawal" panose="00000500000000000000"/>
                        </a:rPr>
                        <a:t>أستكمال العمل على تصاميم واجهات النظام لخدمة الشكاوي </a:t>
                      </a:r>
                      <a:endParaRPr lang="ar-LB" sz="900" b="1" kern="100" dirty="0">
                        <a:solidFill>
                          <a:srgbClr val="2D2D0E"/>
                        </a:solidFill>
                        <a:latin typeface="+mn-lt"/>
                        <a:ea typeface="+mn-ea"/>
                        <a:cs typeface="Tajawal" panose="00000500000000000000"/>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rPr>
                        <a:t>A-00</a:t>
                      </a:r>
                      <a:r>
                        <a:rPr kumimoji="0" lang="ar-LB" sz="90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rPr>
                        <a:t>7</a:t>
                      </a:r>
                      <a:endParaRPr kumimoji="0" lang="en-US" sz="90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extLst>
                  <a:ext uri="{0D108BD9-81ED-4DB2-BD59-A6C34878D82A}">
                    <a16:rowId xmlns:a16="http://schemas.microsoft.com/office/drawing/2014/main" val="3854731819"/>
                  </a:ext>
                </a:extLst>
              </a:tr>
            </a:tbl>
          </a:graphicData>
        </a:graphic>
      </p:graphicFrame>
      <p:sp>
        <p:nvSpPr>
          <p:cNvPr id="6" name="Rectangle 5">
            <a:extLst>
              <a:ext uri="{FF2B5EF4-FFF2-40B4-BE49-F238E27FC236}">
                <a16:creationId xmlns:a16="http://schemas.microsoft.com/office/drawing/2014/main" id="{8A45246A-78B4-5EB3-AE84-D11ADAEBC470}"/>
              </a:ext>
            </a:extLst>
          </p:cNvPr>
          <p:cNvSpPr/>
          <p:nvPr/>
        </p:nvSpPr>
        <p:spPr>
          <a:xfrm>
            <a:off x="68826" y="1565824"/>
            <a:ext cx="11609130" cy="4422022"/>
          </a:xfrm>
          <a:prstGeom prst="rect">
            <a:avLst/>
          </a:prstGeom>
          <a:noFill/>
          <a:ln w="63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latin typeface="Sakkal Majalla" panose="02000000000000000000" pitchFamily="2" charset="-78"/>
              <a:cs typeface="Tajawal" panose="00000500000000000000"/>
            </a:endParaRPr>
          </a:p>
        </p:txBody>
      </p:sp>
      <p:sp>
        <p:nvSpPr>
          <p:cNvPr id="7" name="TextBox 6">
            <a:extLst>
              <a:ext uri="{FF2B5EF4-FFF2-40B4-BE49-F238E27FC236}">
                <a16:creationId xmlns:a16="http://schemas.microsoft.com/office/drawing/2014/main" id="{E0F155EC-B7F9-C859-53BF-3B846A6748DF}"/>
              </a:ext>
            </a:extLst>
          </p:cNvPr>
          <p:cNvSpPr txBox="1"/>
          <p:nvPr/>
        </p:nvSpPr>
        <p:spPr>
          <a:xfrm>
            <a:off x="8504958" y="1380072"/>
            <a:ext cx="2844389" cy="215444"/>
          </a:xfrm>
          <a:prstGeom prst="rect">
            <a:avLst/>
          </a:prstGeom>
          <a:solidFill>
            <a:schemeClr val="bg1"/>
          </a:solidFill>
          <a:ln>
            <a:noFill/>
          </a:ln>
        </p:spPr>
        <p:txBody>
          <a:bodyPr wrap="square" lIns="0" tIns="0" rIns="0" bIns="0" rtlCol="0" anchor="ctr">
            <a:spAutoFit/>
          </a:bodyPr>
          <a:lstStyle/>
          <a:p>
            <a:pPr indent="117475" algn="ctr" rtl="1"/>
            <a:r>
              <a:rPr lang="ar-SA" sz="1400" b="1" dirty="0">
                <a:solidFill>
                  <a:schemeClr val="accent1"/>
                </a:solidFill>
                <a:latin typeface="Sakkal Majalla" panose="02000000000000000000" pitchFamily="2" charset="-78"/>
                <a:cs typeface="Tajawal" panose="00000500000000000000"/>
              </a:rPr>
              <a:t>المهام والتوصيات</a:t>
            </a:r>
            <a:endParaRPr lang="en-US" sz="1400" b="1" dirty="0">
              <a:solidFill>
                <a:schemeClr val="accent1"/>
              </a:solidFill>
              <a:latin typeface="Sakkal Majalla" panose="02000000000000000000" pitchFamily="2" charset="-78"/>
              <a:cs typeface="Tajawal" panose="00000500000000000000"/>
            </a:endParaRPr>
          </a:p>
        </p:txBody>
      </p:sp>
      <p:sp>
        <p:nvSpPr>
          <p:cNvPr id="3" name="Oval 2">
            <a:extLst>
              <a:ext uri="{FF2B5EF4-FFF2-40B4-BE49-F238E27FC236}">
                <a16:creationId xmlns:a16="http://schemas.microsoft.com/office/drawing/2014/main" id="{4A5148F7-B0E1-3C7A-64F9-F5A880765FA4}"/>
              </a:ext>
            </a:extLst>
          </p:cNvPr>
          <p:cNvSpPr/>
          <p:nvPr/>
        </p:nvSpPr>
        <p:spPr>
          <a:xfrm>
            <a:off x="7667620" y="2494372"/>
            <a:ext cx="182880" cy="18288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5" name="Oval 4">
            <a:extLst>
              <a:ext uri="{FF2B5EF4-FFF2-40B4-BE49-F238E27FC236}">
                <a16:creationId xmlns:a16="http://schemas.microsoft.com/office/drawing/2014/main" id="{3F08C1F0-FD2D-E4BB-82D6-F5E196BCA935}"/>
              </a:ext>
            </a:extLst>
          </p:cNvPr>
          <p:cNvSpPr/>
          <p:nvPr/>
        </p:nvSpPr>
        <p:spPr>
          <a:xfrm>
            <a:off x="7667620" y="2990303"/>
            <a:ext cx="182880" cy="18288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8" name="Text Placeholder 1">
            <a:extLst>
              <a:ext uri="{FF2B5EF4-FFF2-40B4-BE49-F238E27FC236}">
                <a16:creationId xmlns:a16="http://schemas.microsoft.com/office/drawing/2014/main" id="{8E3C2DBA-516C-6F5A-EC3B-DB350788FE27}"/>
              </a:ext>
            </a:extLst>
          </p:cNvPr>
          <p:cNvSpPr txBox="1">
            <a:spLocks/>
          </p:cNvSpPr>
          <p:nvPr/>
        </p:nvSpPr>
        <p:spPr>
          <a:xfrm>
            <a:off x="4476894" y="470647"/>
            <a:ext cx="3931947" cy="418264"/>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ar-SA" b="1" dirty="0">
                <a:latin typeface="Tajawal" panose="00000500000000000000" pitchFamily="2" charset="-78"/>
                <a:cs typeface="Tajawal" panose="00000500000000000000" pitchFamily="2" charset="-78"/>
              </a:rPr>
              <a:t>جدول المهام</a:t>
            </a:r>
            <a:endParaRPr lang="en-US" b="1" dirty="0">
              <a:latin typeface="Tajawal" panose="00000500000000000000" pitchFamily="2" charset="-78"/>
              <a:cs typeface="Tajawal" panose="00000500000000000000" pitchFamily="2" charset="-78"/>
            </a:endParaRPr>
          </a:p>
        </p:txBody>
      </p:sp>
      <p:sp>
        <p:nvSpPr>
          <p:cNvPr id="14" name="Oval 13">
            <a:extLst>
              <a:ext uri="{FF2B5EF4-FFF2-40B4-BE49-F238E27FC236}">
                <a16:creationId xmlns:a16="http://schemas.microsoft.com/office/drawing/2014/main" id="{EEE6CC70-B94B-C883-FB2C-12159D9FE22E}"/>
              </a:ext>
            </a:extLst>
          </p:cNvPr>
          <p:cNvSpPr/>
          <p:nvPr/>
        </p:nvSpPr>
        <p:spPr>
          <a:xfrm>
            <a:off x="7667620" y="3608273"/>
            <a:ext cx="182880" cy="18288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2" name="Group 11">
            <a:extLst>
              <a:ext uri="{FF2B5EF4-FFF2-40B4-BE49-F238E27FC236}">
                <a16:creationId xmlns:a16="http://schemas.microsoft.com/office/drawing/2014/main" id="{3B4335C7-A918-AFD2-A836-4CE5DC3CF0DB}"/>
              </a:ext>
            </a:extLst>
          </p:cNvPr>
          <p:cNvGrpSpPr/>
          <p:nvPr/>
        </p:nvGrpSpPr>
        <p:grpSpPr>
          <a:xfrm>
            <a:off x="6376652" y="6087297"/>
            <a:ext cx="5301304" cy="186982"/>
            <a:chOff x="6376652" y="6087297"/>
            <a:chExt cx="5301304" cy="186982"/>
          </a:xfrm>
        </p:grpSpPr>
        <p:sp>
          <p:nvSpPr>
            <p:cNvPr id="10" name="Rectangle 9">
              <a:extLst>
                <a:ext uri="{FF2B5EF4-FFF2-40B4-BE49-F238E27FC236}">
                  <a16:creationId xmlns:a16="http://schemas.microsoft.com/office/drawing/2014/main" id="{94C15D81-0B2B-BED0-5AD6-D90B962E87B1}"/>
                </a:ext>
              </a:extLst>
            </p:cNvPr>
            <p:cNvSpPr/>
            <p:nvPr/>
          </p:nvSpPr>
          <p:spPr>
            <a:xfrm>
              <a:off x="6376652" y="6087297"/>
              <a:ext cx="829454" cy="171579"/>
            </a:xfrm>
            <a:prstGeom prst="rect">
              <a:avLst/>
            </a:prstGeom>
            <a:solidFill>
              <a:srgbClr val="F04C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1050" dirty="0">
                  <a:latin typeface="Tajawal" panose="00000500000000000000" pitchFamily="2" charset="-78"/>
                  <a:cs typeface="Tajawal" panose="00000500000000000000" pitchFamily="2" charset="-78"/>
                </a:rPr>
                <a:t>متأخر</a:t>
              </a:r>
              <a:endParaRPr lang="en-US" sz="1050" dirty="0">
                <a:latin typeface="Tajawal" panose="00000500000000000000" pitchFamily="2" charset="-78"/>
                <a:cs typeface="Tajawal" panose="00000500000000000000" pitchFamily="2" charset="-78"/>
              </a:endParaRPr>
            </a:p>
          </p:txBody>
        </p:sp>
        <p:sp>
          <p:nvSpPr>
            <p:cNvPr id="11" name="Rectangle 10">
              <a:extLst>
                <a:ext uri="{FF2B5EF4-FFF2-40B4-BE49-F238E27FC236}">
                  <a16:creationId xmlns:a16="http://schemas.microsoft.com/office/drawing/2014/main" id="{ACAD3F0B-3E90-A10B-122E-4F5B7C5DC654}"/>
                </a:ext>
              </a:extLst>
            </p:cNvPr>
            <p:cNvSpPr/>
            <p:nvPr/>
          </p:nvSpPr>
          <p:spPr>
            <a:xfrm>
              <a:off x="8167152" y="6087298"/>
              <a:ext cx="868030" cy="171579"/>
            </a:xfrm>
            <a:prstGeom prst="rect">
              <a:avLst/>
            </a:prstGeom>
            <a:solidFill>
              <a:srgbClr val="00AB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LB" sz="1050" dirty="0">
                  <a:latin typeface="Tajawal" panose="00000500000000000000" pitchFamily="2" charset="-78"/>
                  <a:cs typeface="Tajawal" panose="00000500000000000000" pitchFamily="2" charset="-78"/>
                </a:rPr>
                <a:t>مكتمل</a:t>
              </a:r>
              <a:endParaRPr lang="en-US" sz="1050" dirty="0">
                <a:latin typeface="Tajawal" panose="00000500000000000000" pitchFamily="2" charset="-78"/>
                <a:cs typeface="Tajawal" panose="00000500000000000000" pitchFamily="2" charset="-78"/>
              </a:endParaRPr>
            </a:p>
          </p:txBody>
        </p:sp>
        <p:sp>
          <p:nvSpPr>
            <p:cNvPr id="16" name="Rectangle 15">
              <a:extLst>
                <a:ext uri="{FF2B5EF4-FFF2-40B4-BE49-F238E27FC236}">
                  <a16:creationId xmlns:a16="http://schemas.microsoft.com/office/drawing/2014/main" id="{84D3A5D8-8CDA-1E4A-07EE-61C615787B5B}"/>
                </a:ext>
              </a:extLst>
            </p:cNvPr>
            <p:cNvSpPr/>
            <p:nvPr/>
          </p:nvSpPr>
          <p:spPr>
            <a:xfrm>
              <a:off x="10903142" y="6104091"/>
              <a:ext cx="774814" cy="170188"/>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lnSpc>
                  <a:spcPct val="85000"/>
                </a:lnSpc>
                <a:spcAft>
                  <a:spcPts val="600"/>
                </a:spcAft>
                <a:buClr>
                  <a:srgbClr val="FFE600"/>
                </a:buClr>
                <a:buSzPct val="70000"/>
              </a:pPr>
              <a:r>
                <a:rPr lang="ar-SA" sz="1050" b="1" dirty="0">
                  <a:solidFill>
                    <a:schemeClr val="tx1"/>
                  </a:solidFill>
                  <a:latin typeface="Tajawal" panose="00000500000000000000" pitchFamily="2" charset="-78"/>
                  <a:cs typeface="Tajawal" panose="00000500000000000000" pitchFamily="2" charset="-78"/>
                </a:rPr>
                <a:t>الدليل</a:t>
              </a:r>
              <a:r>
                <a:rPr lang="ar-LB" sz="1050" b="1" dirty="0">
                  <a:solidFill>
                    <a:schemeClr val="tx1"/>
                  </a:solidFill>
                  <a:latin typeface="Tajawal" panose="00000500000000000000" pitchFamily="2" charset="-78"/>
                  <a:cs typeface="Tajawal" panose="00000500000000000000" pitchFamily="2" charset="-78"/>
                </a:rPr>
                <a:t> </a:t>
              </a:r>
              <a:endParaRPr lang="en-US" sz="1050" b="1" dirty="0">
                <a:solidFill>
                  <a:schemeClr val="tx1"/>
                </a:solidFill>
                <a:latin typeface="Tajawal" panose="00000500000000000000" pitchFamily="2" charset="-78"/>
                <a:cs typeface="Tajawal" panose="00000500000000000000" pitchFamily="2" charset="-78"/>
              </a:endParaRPr>
            </a:p>
          </p:txBody>
        </p:sp>
        <p:sp>
          <p:nvSpPr>
            <p:cNvPr id="17" name="Rectangle 16">
              <a:extLst>
                <a:ext uri="{FF2B5EF4-FFF2-40B4-BE49-F238E27FC236}">
                  <a16:creationId xmlns:a16="http://schemas.microsoft.com/office/drawing/2014/main" id="{9E852022-8ED9-30BF-E732-BB8B577C15E6}"/>
                </a:ext>
              </a:extLst>
            </p:cNvPr>
            <p:cNvSpPr/>
            <p:nvPr/>
          </p:nvSpPr>
          <p:spPr>
            <a:xfrm>
              <a:off x="10038251" y="6093003"/>
              <a:ext cx="796992" cy="161134"/>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1050" dirty="0">
                  <a:latin typeface="Tajawal" panose="00000500000000000000" pitchFamily="2" charset="-78"/>
                  <a:cs typeface="Tajawal" panose="00000500000000000000" pitchFamily="2" charset="-78"/>
                </a:rPr>
                <a:t>مخطط</a:t>
              </a:r>
              <a:endParaRPr lang="en-US" sz="1050" dirty="0">
                <a:latin typeface="Tajawal" panose="00000500000000000000" pitchFamily="2" charset="-78"/>
                <a:cs typeface="Tajawal" panose="00000500000000000000" pitchFamily="2" charset="-78"/>
              </a:endParaRPr>
            </a:p>
          </p:txBody>
        </p:sp>
        <p:sp>
          <p:nvSpPr>
            <p:cNvPr id="21" name="Rectangle 20">
              <a:extLst>
                <a:ext uri="{FF2B5EF4-FFF2-40B4-BE49-F238E27FC236}">
                  <a16:creationId xmlns:a16="http://schemas.microsoft.com/office/drawing/2014/main" id="{EFFAA78B-8C3A-460F-F1EF-37D95E67DDD3}"/>
                </a:ext>
              </a:extLst>
            </p:cNvPr>
            <p:cNvSpPr/>
            <p:nvPr/>
          </p:nvSpPr>
          <p:spPr>
            <a:xfrm>
              <a:off x="9109341" y="6087297"/>
              <a:ext cx="868030" cy="171579"/>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1050" dirty="0">
                  <a:latin typeface="Tajawal" panose="00000500000000000000" pitchFamily="2" charset="-78"/>
                  <a:cs typeface="Tajawal" panose="00000500000000000000" pitchFamily="2" charset="-78"/>
                </a:rPr>
                <a:t>قيد التنفيذ</a:t>
              </a:r>
              <a:endParaRPr lang="en-US" sz="1050" dirty="0">
                <a:latin typeface="Tajawal" panose="00000500000000000000" pitchFamily="2" charset="-78"/>
                <a:cs typeface="Tajawal" panose="00000500000000000000" pitchFamily="2" charset="-78"/>
              </a:endParaRPr>
            </a:p>
          </p:txBody>
        </p:sp>
        <p:sp>
          <p:nvSpPr>
            <p:cNvPr id="9" name="Rectangle 8">
              <a:extLst>
                <a:ext uri="{FF2B5EF4-FFF2-40B4-BE49-F238E27FC236}">
                  <a16:creationId xmlns:a16="http://schemas.microsoft.com/office/drawing/2014/main" id="{38024D0A-AAA2-FB05-0EED-7B8E4A173C17}"/>
                </a:ext>
              </a:extLst>
            </p:cNvPr>
            <p:cNvSpPr/>
            <p:nvPr/>
          </p:nvSpPr>
          <p:spPr>
            <a:xfrm>
              <a:off x="7276818" y="6097950"/>
              <a:ext cx="829454" cy="17157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LB" sz="1000" dirty="0">
                  <a:latin typeface="Tajawal" panose="00000500000000000000" pitchFamily="2" charset="-78"/>
                  <a:cs typeface="Tajawal" panose="00000500000000000000" pitchFamily="2" charset="-78"/>
                </a:rPr>
                <a:t>تأخير محتمل</a:t>
              </a:r>
              <a:endParaRPr lang="en-US" sz="1000" dirty="0">
                <a:latin typeface="Tajawal" panose="00000500000000000000" pitchFamily="2" charset="-78"/>
                <a:cs typeface="Tajawal" panose="00000500000000000000" pitchFamily="2" charset="-78"/>
              </a:endParaRPr>
            </a:p>
          </p:txBody>
        </p:sp>
      </p:grpSp>
      <p:sp>
        <p:nvSpPr>
          <p:cNvPr id="13" name="Oval 12">
            <a:extLst>
              <a:ext uri="{FF2B5EF4-FFF2-40B4-BE49-F238E27FC236}">
                <a16:creationId xmlns:a16="http://schemas.microsoft.com/office/drawing/2014/main" id="{0E87D774-A786-CEE6-8D16-F0A52DA975CF}"/>
              </a:ext>
            </a:extLst>
          </p:cNvPr>
          <p:cNvSpPr/>
          <p:nvPr/>
        </p:nvSpPr>
        <p:spPr>
          <a:xfrm>
            <a:off x="7667620" y="4226243"/>
            <a:ext cx="182880" cy="18288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4" name="Oval 3">
            <a:extLst>
              <a:ext uri="{FF2B5EF4-FFF2-40B4-BE49-F238E27FC236}">
                <a16:creationId xmlns:a16="http://schemas.microsoft.com/office/drawing/2014/main" id="{7A350A32-0469-AA6F-D3DD-B2D050EE861B}"/>
              </a:ext>
            </a:extLst>
          </p:cNvPr>
          <p:cNvSpPr/>
          <p:nvPr/>
        </p:nvSpPr>
        <p:spPr>
          <a:xfrm>
            <a:off x="7667620" y="4794889"/>
            <a:ext cx="182880" cy="18288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5" name="Oval 14">
            <a:extLst>
              <a:ext uri="{FF2B5EF4-FFF2-40B4-BE49-F238E27FC236}">
                <a16:creationId xmlns:a16="http://schemas.microsoft.com/office/drawing/2014/main" id="{A58C8E73-FC17-D700-4B3F-8BF5C9317B23}"/>
              </a:ext>
            </a:extLst>
          </p:cNvPr>
          <p:cNvSpPr/>
          <p:nvPr/>
        </p:nvSpPr>
        <p:spPr>
          <a:xfrm>
            <a:off x="7656574" y="5321419"/>
            <a:ext cx="182880" cy="18288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Tree>
    <p:extLst>
      <p:ext uri="{BB962C8B-B14F-4D97-AF65-F5344CB8AC3E}">
        <p14:creationId xmlns:p14="http://schemas.microsoft.com/office/powerpoint/2010/main" val="91199608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86A04-F75C-52C1-F267-0476CD5EC73A}"/>
            </a:ext>
          </a:extLst>
        </p:cNvPr>
        <p:cNvGrpSpPr/>
        <p:nvPr/>
      </p:nvGrpSpPr>
      <p:grpSpPr>
        <a:xfrm>
          <a:off x="0" y="0"/>
          <a:ext cx="0" cy="0"/>
          <a:chOff x="0" y="0"/>
          <a:chExt cx="0" cy="0"/>
        </a:xfrm>
      </p:grpSpPr>
      <p:sp>
        <p:nvSpPr>
          <p:cNvPr id="46" name="Rectangle 42">
            <a:extLst>
              <a:ext uri="{FF2B5EF4-FFF2-40B4-BE49-F238E27FC236}">
                <a16:creationId xmlns:a16="http://schemas.microsoft.com/office/drawing/2014/main" id="{41631BD7-8B16-3DFD-ECCE-6B0898C49C4F}"/>
              </a:ext>
            </a:extLst>
          </p:cNvPr>
          <p:cNvSpPr>
            <a:spLocks noChangeArrowheads="1"/>
          </p:cNvSpPr>
          <p:nvPr/>
        </p:nvSpPr>
        <p:spPr bwMode="auto">
          <a:xfrm>
            <a:off x="-1275604" y="143792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7" name="Rectangle 58">
            <a:extLst>
              <a:ext uri="{FF2B5EF4-FFF2-40B4-BE49-F238E27FC236}">
                <a16:creationId xmlns:a16="http://schemas.microsoft.com/office/drawing/2014/main" id="{C65705E2-6EBA-A6BC-CE83-E5B6AC2EFACE}"/>
              </a:ext>
            </a:extLst>
          </p:cNvPr>
          <p:cNvSpPr>
            <a:spLocks noChangeArrowheads="1"/>
          </p:cNvSpPr>
          <p:nvPr/>
        </p:nvSpPr>
        <p:spPr bwMode="auto">
          <a:xfrm>
            <a:off x="0" y="47064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 name="Table 1">
            <a:extLst>
              <a:ext uri="{FF2B5EF4-FFF2-40B4-BE49-F238E27FC236}">
                <a16:creationId xmlns:a16="http://schemas.microsoft.com/office/drawing/2014/main" id="{E414BCC3-BC9E-49CA-2435-34D83AF0AE73}"/>
              </a:ext>
            </a:extLst>
          </p:cNvPr>
          <p:cNvGraphicFramePr>
            <a:graphicFrameLocks noGrp="1"/>
          </p:cNvGraphicFramePr>
          <p:nvPr>
            <p:extLst>
              <p:ext uri="{D42A27DB-BD31-4B8C-83A1-F6EECF244321}">
                <p14:modId xmlns:p14="http://schemas.microsoft.com/office/powerpoint/2010/main" val="203205133"/>
              </p:ext>
            </p:extLst>
          </p:nvPr>
        </p:nvGraphicFramePr>
        <p:xfrm>
          <a:off x="68826" y="1609070"/>
          <a:ext cx="11568102" cy="1939876"/>
        </p:xfrm>
        <a:graphic>
          <a:graphicData uri="http://schemas.openxmlformats.org/drawingml/2006/table">
            <a:tbl>
              <a:tblPr>
                <a:tableStyleId>{7DF18680-E054-41AD-8BC1-D1AEF772440D}</a:tableStyleId>
              </a:tblPr>
              <a:tblGrid>
                <a:gridCol w="2555206">
                  <a:extLst>
                    <a:ext uri="{9D8B030D-6E8A-4147-A177-3AD203B41FA5}">
                      <a16:colId xmlns:a16="http://schemas.microsoft.com/office/drawing/2014/main" val="440369287"/>
                    </a:ext>
                  </a:extLst>
                </a:gridCol>
                <a:gridCol w="799705">
                  <a:extLst>
                    <a:ext uri="{9D8B030D-6E8A-4147-A177-3AD203B41FA5}">
                      <a16:colId xmlns:a16="http://schemas.microsoft.com/office/drawing/2014/main" val="1766651830"/>
                    </a:ext>
                  </a:extLst>
                </a:gridCol>
                <a:gridCol w="994228">
                  <a:extLst>
                    <a:ext uri="{9D8B030D-6E8A-4147-A177-3AD203B41FA5}">
                      <a16:colId xmlns:a16="http://schemas.microsoft.com/office/drawing/2014/main" val="53463299"/>
                    </a:ext>
                  </a:extLst>
                </a:gridCol>
                <a:gridCol w="951001">
                  <a:extLst>
                    <a:ext uri="{9D8B030D-6E8A-4147-A177-3AD203B41FA5}">
                      <a16:colId xmlns:a16="http://schemas.microsoft.com/office/drawing/2014/main" val="3091525918"/>
                    </a:ext>
                  </a:extLst>
                </a:gridCol>
                <a:gridCol w="805692">
                  <a:extLst>
                    <a:ext uri="{9D8B030D-6E8A-4147-A177-3AD203B41FA5}">
                      <a16:colId xmlns:a16="http://schemas.microsoft.com/office/drawing/2014/main" val="3287169623"/>
                    </a:ext>
                  </a:extLst>
                </a:gridCol>
                <a:gridCol w="1313527">
                  <a:extLst>
                    <a:ext uri="{9D8B030D-6E8A-4147-A177-3AD203B41FA5}">
                      <a16:colId xmlns:a16="http://schemas.microsoft.com/office/drawing/2014/main" val="94745673"/>
                    </a:ext>
                  </a:extLst>
                </a:gridCol>
                <a:gridCol w="593656">
                  <a:extLst>
                    <a:ext uri="{9D8B030D-6E8A-4147-A177-3AD203B41FA5}">
                      <a16:colId xmlns:a16="http://schemas.microsoft.com/office/drawing/2014/main" val="3770179118"/>
                    </a:ext>
                  </a:extLst>
                </a:gridCol>
                <a:gridCol w="2916403">
                  <a:extLst>
                    <a:ext uri="{9D8B030D-6E8A-4147-A177-3AD203B41FA5}">
                      <a16:colId xmlns:a16="http://schemas.microsoft.com/office/drawing/2014/main" val="261331466"/>
                    </a:ext>
                  </a:extLst>
                </a:gridCol>
                <a:gridCol w="638684">
                  <a:extLst>
                    <a:ext uri="{9D8B030D-6E8A-4147-A177-3AD203B41FA5}">
                      <a16:colId xmlns:a16="http://schemas.microsoft.com/office/drawing/2014/main" val="3125799418"/>
                    </a:ext>
                  </a:extLst>
                </a:gridCol>
              </a:tblGrid>
              <a:tr h="586356">
                <a:tc>
                  <a:txBody>
                    <a:bodyPr/>
                    <a:lstStyle/>
                    <a:p>
                      <a:pPr algn="ctr" fontAlgn="base"/>
                      <a:r>
                        <a:rPr lang="ar-SA" sz="1000" b="1" kern="1200" dirty="0">
                          <a:solidFill>
                            <a:schemeClr val="bg1"/>
                          </a:solidFill>
                          <a:latin typeface="Sakkal Majalla" panose="02000000000000000000" pitchFamily="2" charset="-78"/>
                          <a:ea typeface="+mn-ea"/>
                          <a:cs typeface="Tajawal" panose="00000500000000000000"/>
                        </a:rPr>
                        <a:t>الملاحظات / العوائق</a:t>
                      </a:r>
                      <a:endParaRPr lang="en-US" sz="10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SA" sz="1000" b="1" kern="1200" dirty="0">
                          <a:solidFill>
                            <a:schemeClr val="bg1"/>
                          </a:solidFill>
                          <a:latin typeface="Sakkal Majalla" panose="02000000000000000000" pitchFamily="2" charset="-78"/>
                          <a:ea typeface="+mn-ea"/>
                          <a:cs typeface="Tajawal" panose="00000500000000000000"/>
                        </a:rPr>
                        <a:t>مستوى التأثير</a:t>
                      </a:r>
                      <a:endParaRPr lang="en-US" sz="10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marL="0" marR="0" lvl="0" indent="0" algn="ctr" defTabSz="914358" rtl="0" eaLnBrk="1" fontAlgn="base" latinLnBrk="0" hangingPunct="1">
                        <a:lnSpc>
                          <a:spcPct val="100000"/>
                        </a:lnSpc>
                        <a:spcBef>
                          <a:spcPts val="0"/>
                        </a:spcBef>
                        <a:spcAft>
                          <a:spcPts val="0"/>
                        </a:spcAft>
                        <a:buClrTx/>
                        <a:buSzTx/>
                        <a:buFontTx/>
                        <a:buNone/>
                        <a:tabLst/>
                        <a:defRPr/>
                      </a:pPr>
                      <a:r>
                        <a:rPr lang="ar-SA" sz="1000" b="1" kern="1200" dirty="0">
                          <a:solidFill>
                            <a:schemeClr val="bg1"/>
                          </a:solidFill>
                          <a:latin typeface="Sakkal Majalla" panose="02000000000000000000" pitchFamily="2" charset="-78"/>
                          <a:ea typeface="+mn-ea"/>
                          <a:cs typeface="Tajawal" panose="00000500000000000000"/>
                        </a:rPr>
                        <a:t>تاريخ </a:t>
                      </a:r>
                      <a:r>
                        <a:rPr lang="ar-SA" sz="1000" b="1" kern="1200" dirty="0" err="1">
                          <a:solidFill>
                            <a:schemeClr val="bg1"/>
                          </a:solidFill>
                          <a:latin typeface="Sakkal Majalla" panose="02000000000000000000" pitchFamily="2" charset="-78"/>
                          <a:ea typeface="+mn-ea"/>
                          <a:cs typeface="Tajawal" panose="00000500000000000000"/>
                        </a:rPr>
                        <a:t>إكتمال</a:t>
                      </a:r>
                      <a:r>
                        <a:rPr lang="ar-SA" sz="1000" b="1" kern="1200" dirty="0">
                          <a:solidFill>
                            <a:schemeClr val="bg1"/>
                          </a:solidFill>
                          <a:latin typeface="Sakkal Majalla" panose="02000000000000000000" pitchFamily="2" charset="-78"/>
                          <a:ea typeface="+mn-ea"/>
                          <a:cs typeface="Tajawal" panose="00000500000000000000"/>
                        </a:rPr>
                        <a:t> المهمة</a:t>
                      </a:r>
                      <a:endParaRPr lang="en-US" sz="10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SA" sz="1000" b="1" kern="1200" dirty="0">
                          <a:solidFill>
                            <a:schemeClr val="bg1"/>
                          </a:solidFill>
                          <a:latin typeface="Sakkal Majalla" panose="02000000000000000000" pitchFamily="2" charset="-78"/>
                          <a:ea typeface="+mn-ea"/>
                          <a:cs typeface="Tajawal" panose="00000500000000000000"/>
                        </a:rPr>
                        <a:t>تاريخ التسليم المعدل</a:t>
                      </a:r>
                      <a:endParaRPr lang="en-US" sz="10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SA" sz="1000" b="1" kern="1200" dirty="0">
                          <a:solidFill>
                            <a:schemeClr val="bg1"/>
                          </a:solidFill>
                          <a:latin typeface="Sakkal Majalla" panose="02000000000000000000" pitchFamily="2" charset="-78"/>
                          <a:ea typeface="+mn-ea"/>
                          <a:cs typeface="Tajawal" panose="00000500000000000000"/>
                        </a:rPr>
                        <a:t>تاريخ التسليم المخطط</a:t>
                      </a:r>
                      <a:endParaRPr lang="en-US" sz="10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SA" sz="1000" b="1" kern="1200" dirty="0">
                          <a:solidFill>
                            <a:schemeClr val="bg1"/>
                          </a:solidFill>
                          <a:latin typeface="Sakkal Majalla" panose="02000000000000000000" pitchFamily="2" charset="-78"/>
                          <a:ea typeface="+mn-ea"/>
                          <a:cs typeface="Tajawal" panose="00000500000000000000"/>
                        </a:rPr>
                        <a:t>المسؤول (</a:t>
                      </a:r>
                      <a:r>
                        <a:rPr lang="ar-SA" sz="1000" b="1" kern="1200" dirty="0" err="1">
                          <a:solidFill>
                            <a:schemeClr val="bg1"/>
                          </a:solidFill>
                          <a:latin typeface="Sakkal Majalla" panose="02000000000000000000" pitchFamily="2" charset="-78"/>
                          <a:ea typeface="+mn-ea"/>
                          <a:cs typeface="Tajawal" panose="00000500000000000000"/>
                        </a:rPr>
                        <a:t>بالإسم</a:t>
                      </a:r>
                      <a:r>
                        <a:rPr lang="ar-SA" sz="1000" b="1" kern="1200" dirty="0">
                          <a:solidFill>
                            <a:schemeClr val="bg1"/>
                          </a:solidFill>
                          <a:latin typeface="Sakkal Majalla" panose="02000000000000000000" pitchFamily="2" charset="-78"/>
                          <a:ea typeface="+mn-ea"/>
                          <a:cs typeface="Tajawal" panose="00000500000000000000"/>
                        </a:rPr>
                        <a:t>)</a:t>
                      </a:r>
                      <a:endParaRPr lang="en-US" sz="10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LB" sz="1000" b="1" kern="1200" dirty="0">
                          <a:solidFill>
                            <a:schemeClr val="bg1"/>
                          </a:solidFill>
                          <a:latin typeface="Sakkal Majalla" panose="02000000000000000000" pitchFamily="2" charset="-78"/>
                          <a:ea typeface="+mn-ea"/>
                          <a:cs typeface="Tajawal" panose="00000500000000000000"/>
                        </a:rPr>
                        <a:t>الحالة</a:t>
                      </a:r>
                      <a:endParaRPr lang="en-US" sz="10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marL="0" marR="0" lvl="0" indent="0" algn="ctr" defTabSz="914358" rtl="0" eaLnBrk="1" fontAlgn="base" latinLnBrk="0" hangingPunct="1">
                        <a:lnSpc>
                          <a:spcPct val="100000"/>
                        </a:lnSpc>
                        <a:spcBef>
                          <a:spcPts val="0"/>
                        </a:spcBef>
                        <a:spcAft>
                          <a:spcPts val="0"/>
                        </a:spcAft>
                        <a:buClrTx/>
                        <a:buSzTx/>
                        <a:buFontTx/>
                        <a:buNone/>
                        <a:tabLst/>
                        <a:defRPr/>
                      </a:pPr>
                      <a:r>
                        <a:rPr lang="ar-SA" sz="1000" b="1" kern="1200" dirty="0">
                          <a:solidFill>
                            <a:schemeClr val="bg1"/>
                          </a:solidFill>
                          <a:latin typeface="Sakkal Majalla" panose="02000000000000000000" pitchFamily="2" charset="-78"/>
                          <a:ea typeface="+mn-ea"/>
                          <a:cs typeface="Tajawal" panose="00000500000000000000"/>
                        </a:rPr>
                        <a:t>الشرح</a:t>
                      </a:r>
                      <a:endParaRPr lang="en-US" sz="10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tc>
                  <a:txBody>
                    <a:bodyPr/>
                    <a:lstStyle/>
                    <a:p>
                      <a:pPr algn="ctr" fontAlgn="base"/>
                      <a:r>
                        <a:rPr lang="ar-SA" sz="1000" b="1" kern="1200" dirty="0">
                          <a:solidFill>
                            <a:schemeClr val="bg1"/>
                          </a:solidFill>
                          <a:latin typeface="Sakkal Majalla" panose="02000000000000000000" pitchFamily="2" charset="-78"/>
                          <a:ea typeface="+mn-ea"/>
                          <a:cs typeface="Tajawal" panose="00000500000000000000"/>
                        </a:rPr>
                        <a:t>#</a:t>
                      </a:r>
                      <a:endParaRPr lang="en-US" sz="1000" b="1" kern="1200" dirty="0">
                        <a:solidFill>
                          <a:schemeClr val="bg1"/>
                        </a:solidFill>
                        <a:latin typeface="Sakkal Majalla" panose="02000000000000000000" pitchFamily="2" charset="-78"/>
                        <a:ea typeface="+mn-ea"/>
                        <a:cs typeface="Tajawal" panose="00000500000000000000"/>
                      </a:endParaRPr>
                    </a:p>
                  </a:txBody>
                  <a:tcPr anchor="ctr">
                    <a:solidFill>
                      <a:srgbClr val="234C5A"/>
                    </a:solidFill>
                  </a:tcPr>
                </a:tc>
                <a:extLst>
                  <a:ext uri="{0D108BD9-81ED-4DB2-BD59-A6C34878D82A}">
                    <a16:rowId xmlns:a16="http://schemas.microsoft.com/office/drawing/2014/main" val="370201215"/>
                  </a:ext>
                </a:extLst>
              </a:tr>
              <a:tr h="404865">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10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مرتفع</a:t>
                      </a:r>
                      <a:endParaRPr kumimoji="0" lang="en-US" sz="10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10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a:t>
                      </a:r>
                      <a:endParaRPr kumimoji="0" lang="en-US" sz="10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TBD</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25/02/2026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100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معاذ البكر (سامي)</a:t>
                      </a:r>
                      <a:endParaRPr kumimoji="0" lang="ar-LB" sz="100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228600" lvl="0" indent="0" algn="r" defTabSz="914400" rtl="1" eaLnBrk="1" fontAlgn="auto" latinLnBrk="0" hangingPunct="1">
                        <a:lnSpc>
                          <a:spcPct val="100000"/>
                        </a:lnSpc>
                        <a:spcBef>
                          <a:spcPts val="500"/>
                        </a:spcBef>
                        <a:spcAft>
                          <a:spcPts val="500"/>
                        </a:spcAft>
                        <a:buClr>
                          <a:srgbClr val="D7AD3A"/>
                        </a:buClr>
                        <a:buSzTx/>
                        <a:buFont typeface="Symbol" panose="05050102010706020507" pitchFamily="18" charset="2"/>
                        <a:buNone/>
                        <a:tabLst/>
                        <a:defRPr/>
                      </a:pPr>
                      <a:r>
                        <a:rPr lang="ar-SA" sz="1000" b="1" kern="100" dirty="0">
                          <a:solidFill>
                            <a:srgbClr val="2D2D0E"/>
                          </a:solidFill>
                          <a:cs typeface="Tajawal" panose="00000500000000000000"/>
                        </a:rPr>
                        <a:t>عقد اجتماع مع </a:t>
                      </a:r>
                      <a:r>
                        <a:rPr lang="ar-LB" sz="1000" b="1" kern="100" dirty="0">
                          <a:solidFill>
                            <a:srgbClr val="2D2D0E"/>
                          </a:solidFill>
                          <a:cs typeface="Tajawal" panose="00000500000000000000"/>
                        </a:rPr>
                        <a:t>الأدارة</a:t>
                      </a:r>
                      <a:r>
                        <a:rPr lang="ar-SA" sz="1000" b="1" kern="100" dirty="0">
                          <a:solidFill>
                            <a:srgbClr val="2D2D0E"/>
                          </a:solidFill>
                          <a:cs typeface="Tajawal" panose="00000500000000000000"/>
                        </a:rPr>
                        <a:t> المعنية لتأكيد جاهزية متطلبات خدمتي البيت العائلي </a:t>
                      </a:r>
                      <a:endParaRPr lang="ar-LB" sz="1000" b="1" kern="100" dirty="0">
                        <a:solidFill>
                          <a:srgbClr val="2D2D0E"/>
                        </a:solidFill>
                        <a:cs typeface="Tajawal" panose="00000500000000000000"/>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00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rPr>
                        <a:t>A-0</a:t>
                      </a:r>
                      <a:r>
                        <a:rPr kumimoji="0" lang="ar-LB" sz="100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rPr>
                        <a:t>08</a:t>
                      </a:r>
                      <a:endParaRPr kumimoji="0" lang="en-US" sz="100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extLst>
                  <a:ext uri="{0D108BD9-81ED-4DB2-BD59-A6C34878D82A}">
                    <a16:rowId xmlns:a16="http://schemas.microsoft.com/office/drawing/2014/main" val="609534618"/>
                  </a:ext>
                </a:extLst>
              </a:tr>
              <a:tr h="543790">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10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مرتفع</a:t>
                      </a:r>
                      <a:endParaRPr kumimoji="0" lang="en-US" sz="10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10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a:t>
                      </a:r>
                      <a:endParaRPr kumimoji="0" lang="en-US" sz="10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TBD</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LB" sz="10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05</a:t>
                      </a:r>
                      <a:r>
                        <a:rPr kumimoji="0" lang="en-US" sz="10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/01/2026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100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معاذ البكر (سامي)</a:t>
                      </a:r>
                      <a:endParaRPr kumimoji="0" lang="ar-LB" sz="100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228600" lvl="0" indent="0" algn="r" defTabSz="914400" rtl="1" eaLnBrk="1" fontAlgn="auto" latinLnBrk="0" hangingPunct="1">
                        <a:lnSpc>
                          <a:spcPct val="100000"/>
                        </a:lnSpc>
                        <a:spcBef>
                          <a:spcPts val="500"/>
                        </a:spcBef>
                        <a:spcAft>
                          <a:spcPts val="500"/>
                        </a:spcAft>
                        <a:buClr>
                          <a:srgbClr val="D7AD3A"/>
                        </a:buClr>
                        <a:buSzTx/>
                        <a:buFont typeface="Symbol" panose="05050102010706020507" pitchFamily="18" charset="2"/>
                        <a:buNone/>
                        <a:tabLst/>
                        <a:defRPr/>
                      </a:pPr>
                      <a:r>
                        <a:rPr lang="ar-SA" sz="1000" b="1" kern="100" dirty="0">
                          <a:solidFill>
                            <a:srgbClr val="2D2D0E"/>
                          </a:solidFill>
                          <a:cs typeface="Tajawal" panose="00000500000000000000"/>
                        </a:rPr>
                        <a:t>تأكيد اعتماد تطوير تطبيق جوال ضمن نطاق المشروع أو الاكتفاء بالبوابة المتجاوبه</a:t>
                      </a:r>
                      <a:endParaRPr lang="en-US" sz="1000" b="1" kern="100" dirty="0">
                        <a:solidFill>
                          <a:srgbClr val="2D2D0E"/>
                        </a:solidFill>
                        <a:cs typeface="Tajawal" panose="00000500000000000000"/>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00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rPr>
                        <a:t>A-0</a:t>
                      </a:r>
                      <a:r>
                        <a:rPr kumimoji="0" lang="ar-LB" sz="100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rPr>
                        <a:t>09</a:t>
                      </a:r>
                      <a:endParaRPr kumimoji="0" lang="en-US" sz="100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extLst>
                  <a:ext uri="{0D108BD9-81ED-4DB2-BD59-A6C34878D82A}">
                    <a16:rowId xmlns:a16="http://schemas.microsoft.com/office/drawing/2014/main" val="2391180014"/>
                  </a:ext>
                </a:extLst>
              </a:tr>
              <a:tr h="404865">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10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مرتفع</a:t>
                      </a:r>
                      <a:endParaRPr kumimoji="0" lang="en-US" sz="10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1000" b="0" i="0" u="none" strike="noStrike" kern="1200" cap="none" spc="0" normalizeH="0" baseline="0" noProof="0">
                          <a:ln>
                            <a:noFill/>
                          </a:ln>
                          <a:solidFill>
                            <a:schemeClr val="tx1"/>
                          </a:solidFill>
                          <a:effectLst/>
                          <a:uLnTx/>
                          <a:uFillTx/>
                          <a:latin typeface="Tajawal" panose="00000500000000000000" pitchFamily="2" charset="-78"/>
                          <a:ea typeface="+mn-ea"/>
                          <a:cs typeface="Tajawal" panose="00000500000000000000" pitchFamily="2" charset="-78"/>
                        </a:rPr>
                        <a:t>-</a:t>
                      </a:r>
                      <a:endParaRPr kumimoji="0" lang="en-US" sz="10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17/02/2026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Tajawal" panose="00000500000000000000" pitchFamily="2" charset="-78"/>
                          <a:ea typeface="+mn-ea"/>
                          <a:cs typeface="Tajawal" panose="00000500000000000000" pitchFamily="2" charset="-78"/>
                        </a:rPr>
                        <a:t>25/02/2026</a:t>
                      </a: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ar-SA" sz="100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rPr>
                        <a:t>معاذ البكر (سامي)</a:t>
                      </a:r>
                      <a:endParaRPr kumimoji="0" lang="ar-LB" sz="1000" b="0" i="0" u="none" strike="noStrike" kern="1200" cap="none" spc="0" normalizeH="0" baseline="0" noProof="0" dirty="0">
                        <a:ln>
                          <a:noFill/>
                        </a:ln>
                        <a:solidFill>
                          <a:prstClr val="black"/>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tc>
                  <a:txBody>
                    <a:bodyPr/>
                    <a:lstStyle/>
                    <a:p>
                      <a:pPr marL="0" marR="228600" lvl="0" indent="0" algn="r" defTabSz="914400" rtl="1" eaLnBrk="1" fontAlgn="auto" latinLnBrk="0" hangingPunct="1">
                        <a:lnSpc>
                          <a:spcPct val="100000"/>
                        </a:lnSpc>
                        <a:spcBef>
                          <a:spcPts val="500"/>
                        </a:spcBef>
                        <a:spcAft>
                          <a:spcPts val="500"/>
                        </a:spcAft>
                        <a:buClr>
                          <a:srgbClr val="D7AD3A"/>
                        </a:buClr>
                        <a:buSzTx/>
                        <a:buFont typeface="Symbol" panose="05050102010706020507" pitchFamily="18" charset="2"/>
                        <a:buNone/>
                        <a:tabLst/>
                        <a:defRPr/>
                      </a:pPr>
                      <a:r>
                        <a:rPr lang="ar-SA" sz="1000" b="1" kern="100" dirty="0">
                          <a:solidFill>
                            <a:srgbClr val="2D2D0E"/>
                          </a:solidFill>
                          <a:cs typeface="Tajawal" panose="00000500000000000000"/>
                        </a:rPr>
                        <a:t>عقد اجتماع مع إدارة التأهيل والإصلاح لاستكمال متطلبات وتحليل الخدمات المتبقية </a:t>
                      </a:r>
                      <a:endParaRPr lang="ar-LB" sz="1000" b="1" kern="100" dirty="0">
                        <a:solidFill>
                          <a:srgbClr val="2D2D0E"/>
                        </a:solidFill>
                        <a:cs typeface="Tajawal" panose="00000500000000000000"/>
                      </a:endParaRPr>
                    </a:p>
                  </a:txBody>
                  <a:tcPr anchor="ctr">
                    <a:solidFill>
                      <a:srgbClr val="F2F2F2"/>
                    </a:solidFill>
                  </a:tcPr>
                </a:tc>
                <a:tc>
                  <a:txBody>
                    <a:bodyPr/>
                    <a:lstStyle/>
                    <a:p>
                      <a:pPr marL="0" marR="0" lvl="0" indent="0" algn="ctr" defTabSz="914340" rtl="0" eaLnBrk="1" fontAlgn="base" latinLnBrk="0" hangingPunct="1">
                        <a:lnSpc>
                          <a:spcPct val="100000"/>
                        </a:lnSpc>
                        <a:spcBef>
                          <a:spcPts val="0"/>
                        </a:spcBef>
                        <a:spcAft>
                          <a:spcPts val="0"/>
                        </a:spcAft>
                        <a:buClrTx/>
                        <a:buSzTx/>
                        <a:buFontTx/>
                        <a:buNone/>
                        <a:tabLst/>
                        <a:defRPr/>
                      </a:pPr>
                      <a:r>
                        <a:rPr kumimoji="0" lang="en-US" sz="100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rPr>
                        <a:t>A-01</a:t>
                      </a:r>
                      <a:r>
                        <a:rPr kumimoji="0" lang="ar-LB" sz="100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rPr>
                        <a:t>0</a:t>
                      </a:r>
                      <a:endParaRPr kumimoji="0" lang="en-US" sz="1000" b="0" i="0" u="none" strike="noStrike" kern="1200" cap="none" spc="0" normalizeH="0" baseline="0" dirty="0">
                        <a:ln>
                          <a:noFill/>
                        </a:ln>
                        <a:solidFill>
                          <a:schemeClr val="tx1"/>
                        </a:solidFill>
                        <a:effectLst/>
                        <a:uLnTx/>
                        <a:uFillTx/>
                        <a:latin typeface="Tajawal" panose="00000500000000000000" pitchFamily="2" charset="-78"/>
                        <a:ea typeface="+mn-ea"/>
                        <a:cs typeface="Tajawal" panose="00000500000000000000" pitchFamily="2" charset="-78"/>
                      </a:endParaRPr>
                    </a:p>
                  </a:txBody>
                  <a:tcPr anchor="ctr">
                    <a:solidFill>
                      <a:srgbClr val="F2F2F2"/>
                    </a:solidFill>
                  </a:tcPr>
                </a:tc>
                <a:extLst>
                  <a:ext uri="{0D108BD9-81ED-4DB2-BD59-A6C34878D82A}">
                    <a16:rowId xmlns:a16="http://schemas.microsoft.com/office/drawing/2014/main" val="2675841558"/>
                  </a:ext>
                </a:extLst>
              </a:tr>
            </a:tbl>
          </a:graphicData>
        </a:graphic>
      </p:graphicFrame>
      <p:sp>
        <p:nvSpPr>
          <p:cNvPr id="6" name="Rectangle 5">
            <a:extLst>
              <a:ext uri="{FF2B5EF4-FFF2-40B4-BE49-F238E27FC236}">
                <a16:creationId xmlns:a16="http://schemas.microsoft.com/office/drawing/2014/main" id="{D3D0BC57-B9C7-A5EC-81EF-DFB4BAD07F21}"/>
              </a:ext>
            </a:extLst>
          </p:cNvPr>
          <p:cNvSpPr/>
          <p:nvPr/>
        </p:nvSpPr>
        <p:spPr>
          <a:xfrm>
            <a:off x="68826" y="1595516"/>
            <a:ext cx="11609130" cy="4711982"/>
          </a:xfrm>
          <a:prstGeom prst="rect">
            <a:avLst/>
          </a:prstGeom>
          <a:noFill/>
          <a:ln w="63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latin typeface="Sakkal Majalla" panose="02000000000000000000" pitchFamily="2" charset="-78"/>
              <a:cs typeface="Tajawal" panose="00000500000000000000"/>
            </a:endParaRPr>
          </a:p>
        </p:txBody>
      </p:sp>
      <p:sp>
        <p:nvSpPr>
          <p:cNvPr id="7" name="TextBox 6">
            <a:extLst>
              <a:ext uri="{FF2B5EF4-FFF2-40B4-BE49-F238E27FC236}">
                <a16:creationId xmlns:a16="http://schemas.microsoft.com/office/drawing/2014/main" id="{4B4DC413-2B6B-E741-CAC3-CAE60785DE84}"/>
              </a:ext>
            </a:extLst>
          </p:cNvPr>
          <p:cNvSpPr txBox="1"/>
          <p:nvPr/>
        </p:nvSpPr>
        <p:spPr>
          <a:xfrm>
            <a:off x="8504958" y="1380072"/>
            <a:ext cx="2844389" cy="215444"/>
          </a:xfrm>
          <a:prstGeom prst="rect">
            <a:avLst/>
          </a:prstGeom>
          <a:solidFill>
            <a:schemeClr val="bg1"/>
          </a:solidFill>
          <a:ln>
            <a:noFill/>
          </a:ln>
        </p:spPr>
        <p:txBody>
          <a:bodyPr wrap="square" lIns="0" tIns="0" rIns="0" bIns="0" rtlCol="0" anchor="ctr">
            <a:spAutoFit/>
          </a:bodyPr>
          <a:lstStyle/>
          <a:p>
            <a:pPr indent="117475" algn="ctr" rtl="1"/>
            <a:r>
              <a:rPr lang="ar-SA" sz="1400" b="1" dirty="0">
                <a:solidFill>
                  <a:schemeClr val="accent1"/>
                </a:solidFill>
                <a:latin typeface="Sakkal Majalla" panose="02000000000000000000" pitchFamily="2" charset="-78"/>
                <a:cs typeface="Tajawal" panose="00000500000000000000"/>
              </a:rPr>
              <a:t>المهام والتوصيات</a:t>
            </a:r>
            <a:endParaRPr lang="en-US" sz="1400" b="1" dirty="0">
              <a:solidFill>
                <a:schemeClr val="accent1"/>
              </a:solidFill>
              <a:latin typeface="Sakkal Majalla" panose="02000000000000000000" pitchFamily="2" charset="-78"/>
              <a:cs typeface="Tajawal" panose="00000500000000000000"/>
            </a:endParaRPr>
          </a:p>
        </p:txBody>
      </p:sp>
      <p:sp>
        <p:nvSpPr>
          <p:cNvPr id="18" name="Oval 17">
            <a:extLst>
              <a:ext uri="{FF2B5EF4-FFF2-40B4-BE49-F238E27FC236}">
                <a16:creationId xmlns:a16="http://schemas.microsoft.com/office/drawing/2014/main" id="{4E56EAC1-46B1-FAB6-CF04-E3544AD9C10D}"/>
              </a:ext>
            </a:extLst>
          </p:cNvPr>
          <p:cNvSpPr/>
          <p:nvPr/>
        </p:nvSpPr>
        <p:spPr>
          <a:xfrm>
            <a:off x="7667620" y="2322835"/>
            <a:ext cx="182880" cy="18288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highlight>
                <a:srgbClr val="00ABC8"/>
              </a:highlight>
            </a:endParaRPr>
          </a:p>
        </p:txBody>
      </p:sp>
      <p:sp>
        <p:nvSpPr>
          <p:cNvPr id="3" name="Oval 2">
            <a:extLst>
              <a:ext uri="{FF2B5EF4-FFF2-40B4-BE49-F238E27FC236}">
                <a16:creationId xmlns:a16="http://schemas.microsoft.com/office/drawing/2014/main" id="{FFBDABC1-FFDD-E8D5-7991-BBB96C0894C7}"/>
              </a:ext>
            </a:extLst>
          </p:cNvPr>
          <p:cNvSpPr/>
          <p:nvPr/>
        </p:nvSpPr>
        <p:spPr>
          <a:xfrm>
            <a:off x="7667620" y="2807423"/>
            <a:ext cx="182880" cy="18288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4" name="Oval 3">
            <a:extLst>
              <a:ext uri="{FF2B5EF4-FFF2-40B4-BE49-F238E27FC236}">
                <a16:creationId xmlns:a16="http://schemas.microsoft.com/office/drawing/2014/main" id="{F691B224-1089-E05A-90F8-141E13D2356E}"/>
              </a:ext>
            </a:extLst>
          </p:cNvPr>
          <p:cNvSpPr/>
          <p:nvPr/>
        </p:nvSpPr>
        <p:spPr>
          <a:xfrm>
            <a:off x="7667620" y="3330673"/>
            <a:ext cx="182880" cy="18288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8" name="Text Placeholder 1">
            <a:extLst>
              <a:ext uri="{FF2B5EF4-FFF2-40B4-BE49-F238E27FC236}">
                <a16:creationId xmlns:a16="http://schemas.microsoft.com/office/drawing/2014/main" id="{D2EB762B-62B5-F0B6-4BBE-15A68406BF49}"/>
              </a:ext>
            </a:extLst>
          </p:cNvPr>
          <p:cNvSpPr txBox="1">
            <a:spLocks/>
          </p:cNvSpPr>
          <p:nvPr/>
        </p:nvSpPr>
        <p:spPr>
          <a:xfrm>
            <a:off x="4476894" y="470647"/>
            <a:ext cx="3931947" cy="418264"/>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ar-SA" b="1" dirty="0">
                <a:latin typeface="Tajawal" panose="00000500000000000000" pitchFamily="2" charset="-78"/>
                <a:cs typeface="Tajawal" panose="00000500000000000000" pitchFamily="2" charset="-78"/>
              </a:rPr>
              <a:t>جدول المهام</a:t>
            </a:r>
            <a:endParaRPr lang="en-US" b="1" dirty="0">
              <a:latin typeface="Tajawal" panose="00000500000000000000" pitchFamily="2" charset="-78"/>
              <a:cs typeface="Tajawal" panose="00000500000000000000" pitchFamily="2" charset="-78"/>
            </a:endParaRPr>
          </a:p>
        </p:txBody>
      </p:sp>
      <p:grpSp>
        <p:nvGrpSpPr>
          <p:cNvPr id="12" name="Group 11">
            <a:extLst>
              <a:ext uri="{FF2B5EF4-FFF2-40B4-BE49-F238E27FC236}">
                <a16:creationId xmlns:a16="http://schemas.microsoft.com/office/drawing/2014/main" id="{E77F220F-EC33-1E4D-1D96-D9A113CFB322}"/>
              </a:ext>
            </a:extLst>
          </p:cNvPr>
          <p:cNvGrpSpPr/>
          <p:nvPr/>
        </p:nvGrpSpPr>
        <p:grpSpPr>
          <a:xfrm>
            <a:off x="6335624" y="6071960"/>
            <a:ext cx="5301304" cy="186982"/>
            <a:chOff x="6376652" y="6087297"/>
            <a:chExt cx="5301304" cy="186982"/>
          </a:xfrm>
        </p:grpSpPr>
        <p:sp>
          <p:nvSpPr>
            <p:cNvPr id="10" name="Rectangle 9">
              <a:extLst>
                <a:ext uri="{FF2B5EF4-FFF2-40B4-BE49-F238E27FC236}">
                  <a16:creationId xmlns:a16="http://schemas.microsoft.com/office/drawing/2014/main" id="{FBDA524C-2E77-F430-E84E-91B1828F530E}"/>
                </a:ext>
              </a:extLst>
            </p:cNvPr>
            <p:cNvSpPr/>
            <p:nvPr/>
          </p:nvSpPr>
          <p:spPr>
            <a:xfrm>
              <a:off x="6376652" y="6087297"/>
              <a:ext cx="829454" cy="171579"/>
            </a:xfrm>
            <a:prstGeom prst="rect">
              <a:avLst/>
            </a:prstGeom>
            <a:solidFill>
              <a:srgbClr val="F04C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1050" dirty="0">
                  <a:latin typeface="Tajawal" panose="00000500000000000000" pitchFamily="2" charset="-78"/>
                  <a:cs typeface="Tajawal" panose="00000500000000000000" pitchFamily="2" charset="-78"/>
                </a:rPr>
                <a:t>متأخر</a:t>
              </a:r>
              <a:endParaRPr lang="en-US" sz="1050" dirty="0">
                <a:latin typeface="Tajawal" panose="00000500000000000000" pitchFamily="2" charset="-78"/>
                <a:cs typeface="Tajawal" panose="00000500000000000000" pitchFamily="2" charset="-78"/>
              </a:endParaRPr>
            </a:p>
          </p:txBody>
        </p:sp>
        <p:sp>
          <p:nvSpPr>
            <p:cNvPr id="11" name="Rectangle 10">
              <a:extLst>
                <a:ext uri="{FF2B5EF4-FFF2-40B4-BE49-F238E27FC236}">
                  <a16:creationId xmlns:a16="http://schemas.microsoft.com/office/drawing/2014/main" id="{418C7DC4-D266-ADDC-5F73-679F2B613CA8}"/>
                </a:ext>
              </a:extLst>
            </p:cNvPr>
            <p:cNvSpPr/>
            <p:nvPr/>
          </p:nvSpPr>
          <p:spPr>
            <a:xfrm>
              <a:off x="8167152" y="6087298"/>
              <a:ext cx="868030" cy="171579"/>
            </a:xfrm>
            <a:prstGeom prst="rect">
              <a:avLst/>
            </a:prstGeom>
            <a:solidFill>
              <a:srgbClr val="00AB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LB" sz="1050" dirty="0">
                  <a:latin typeface="Tajawal" panose="00000500000000000000" pitchFamily="2" charset="-78"/>
                  <a:cs typeface="Tajawal" panose="00000500000000000000" pitchFamily="2" charset="-78"/>
                </a:rPr>
                <a:t>مكتمل</a:t>
              </a:r>
              <a:endParaRPr lang="en-US" sz="1050" dirty="0">
                <a:latin typeface="Tajawal" panose="00000500000000000000" pitchFamily="2" charset="-78"/>
                <a:cs typeface="Tajawal" panose="00000500000000000000" pitchFamily="2" charset="-78"/>
              </a:endParaRPr>
            </a:p>
          </p:txBody>
        </p:sp>
        <p:sp>
          <p:nvSpPr>
            <p:cNvPr id="16" name="Rectangle 15">
              <a:extLst>
                <a:ext uri="{FF2B5EF4-FFF2-40B4-BE49-F238E27FC236}">
                  <a16:creationId xmlns:a16="http://schemas.microsoft.com/office/drawing/2014/main" id="{E0B77C47-27E8-456A-2234-718A4D1E801E}"/>
                </a:ext>
              </a:extLst>
            </p:cNvPr>
            <p:cNvSpPr/>
            <p:nvPr/>
          </p:nvSpPr>
          <p:spPr>
            <a:xfrm>
              <a:off x="10903142" y="6104091"/>
              <a:ext cx="774814" cy="170188"/>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lnSpc>
                  <a:spcPct val="85000"/>
                </a:lnSpc>
                <a:spcAft>
                  <a:spcPts val="600"/>
                </a:spcAft>
                <a:buClr>
                  <a:srgbClr val="FFE600"/>
                </a:buClr>
                <a:buSzPct val="70000"/>
              </a:pPr>
              <a:r>
                <a:rPr lang="ar-SA" sz="1050" b="1" dirty="0">
                  <a:solidFill>
                    <a:schemeClr val="tx1"/>
                  </a:solidFill>
                  <a:latin typeface="Tajawal" panose="00000500000000000000" pitchFamily="2" charset="-78"/>
                  <a:cs typeface="Tajawal" panose="00000500000000000000" pitchFamily="2" charset="-78"/>
                </a:rPr>
                <a:t>الدليل</a:t>
              </a:r>
              <a:r>
                <a:rPr lang="ar-LB" sz="1050" b="1" dirty="0">
                  <a:solidFill>
                    <a:schemeClr val="tx1"/>
                  </a:solidFill>
                  <a:latin typeface="Tajawal" panose="00000500000000000000" pitchFamily="2" charset="-78"/>
                  <a:cs typeface="Tajawal" panose="00000500000000000000" pitchFamily="2" charset="-78"/>
                </a:rPr>
                <a:t> </a:t>
              </a:r>
              <a:endParaRPr lang="en-US" sz="1050" b="1" dirty="0">
                <a:solidFill>
                  <a:schemeClr val="tx1"/>
                </a:solidFill>
                <a:latin typeface="Tajawal" panose="00000500000000000000" pitchFamily="2" charset="-78"/>
                <a:cs typeface="Tajawal" panose="00000500000000000000" pitchFamily="2" charset="-78"/>
              </a:endParaRPr>
            </a:p>
          </p:txBody>
        </p:sp>
        <p:sp>
          <p:nvSpPr>
            <p:cNvPr id="17" name="Rectangle 16">
              <a:extLst>
                <a:ext uri="{FF2B5EF4-FFF2-40B4-BE49-F238E27FC236}">
                  <a16:creationId xmlns:a16="http://schemas.microsoft.com/office/drawing/2014/main" id="{46D2E0B2-0D26-2653-72B3-D622BFADB1E3}"/>
                </a:ext>
              </a:extLst>
            </p:cNvPr>
            <p:cNvSpPr/>
            <p:nvPr/>
          </p:nvSpPr>
          <p:spPr>
            <a:xfrm>
              <a:off x="10038251" y="6093003"/>
              <a:ext cx="796992" cy="161134"/>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1050" dirty="0">
                  <a:latin typeface="Tajawal" panose="00000500000000000000" pitchFamily="2" charset="-78"/>
                  <a:cs typeface="Tajawal" panose="00000500000000000000" pitchFamily="2" charset="-78"/>
                </a:rPr>
                <a:t>مخطط</a:t>
              </a:r>
              <a:endParaRPr lang="en-US" sz="1050" dirty="0">
                <a:latin typeface="Tajawal" panose="00000500000000000000" pitchFamily="2" charset="-78"/>
                <a:cs typeface="Tajawal" panose="00000500000000000000" pitchFamily="2" charset="-78"/>
              </a:endParaRPr>
            </a:p>
          </p:txBody>
        </p:sp>
        <p:sp>
          <p:nvSpPr>
            <p:cNvPr id="21" name="Rectangle 20">
              <a:extLst>
                <a:ext uri="{FF2B5EF4-FFF2-40B4-BE49-F238E27FC236}">
                  <a16:creationId xmlns:a16="http://schemas.microsoft.com/office/drawing/2014/main" id="{57A03E2C-232A-8495-C90B-4F8B21678269}"/>
                </a:ext>
              </a:extLst>
            </p:cNvPr>
            <p:cNvSpPr/>
            <p:nvPr/>
          </p:nvSpPr>
          <p:spPr>
            <a:xfrm>
              <a:off x="9109341" y="6087297"/>
              <a:ext cx="868030" cy="171579"/>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1050" dirty="0">
                  <a:latin typeface="Tajawal" panose="00000500000000000000" pitchFamily="2" charset="-78"/>
                  <a:cs typeface="Tajawal" panose="00000500000000000000" pitchFamily="2" charset="-78"/>
                </a:rPr>
                <a:t>قيد التنفيذ</a:t>
              </a:r>
              <a:endParaRPr lang="en-US" sz="1050" dirty="0">
                <a:latin typeface="Tajawal" panose="00000500000000000000" pitchFamily="2" charset="-78"/>
                <a:cs typeface="Tajawal" panose="00000500000000000000" pitchFamily="2" charset="-78"/>
              </a:endParaRPr>
            </a:p>
          </p:txBody>
        </p:sp>
        <p:sp>
          <p:nvSpPr>
            <p:cNvPr id="9" name="Rectangle 8">
              <a:extLst>
                <a:ext uri="{FF2B5EF4-FFF2-40B4-BE49-F238E27FC236}">
                  <a16:creationId xmlns:a16="http://schemas.microsoft.com/office/drawing/2014/main" id="{A0632633-91A1-2A50-3B6C-111D129C5573}"/>
                </a:ext>
              </a:extLst>
            </p:cNvPr>
            <p:cNvSpPr/>
            <p:nvPr/>
          </p:nvSpPr>
          <p:spPr>
            <a:xfrm>
              <a:off x="7276818" y="6097950"/>
              <a:ext cx="829454" cy="17157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LB" sz="1000" dirty="0">
                  <a:latin typeface="Tajawal" panose="00000500000000000000" pitchFamily="2" charset="-78"/>
                  <a:cs typeface="Tajawal" panose="00000500000000000000" pitchFamily="2" charset="-78"/>
                </a:rPr>
                <a:t>تأخير محتمل</a:t>
              </a:r>
              <a:endParaRPr lang="en-US" sz="1000" dirty="0">
                <a:latin typeface="Tajawal" panose="00000500000000000000" pitchFamily="2" charset="-78"/>
                <a:cs typeface="Tajawal" panose="00000500000000000000" pitchFamily="2" charset="-78"/>
              </a:endParaRPr>
            </a:p>
          </p:txBody>
        </p:sp>
      </p:grpSp>
    </p:spTree>
    <p:extLst>
      <p:ext uri="{BB962C8B-B14F-4D97-AF65-F5344CB8AC3E}">
        <p14:creationId xmlns:p14="http://schemas.microsoft.com/office/powerpoint/2010/main" val="310325470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73A39C3-F7DF-D37B-25E5-FC6A691DEC46}"/>
              </a:ext>
            </a:extLst>
          </p:cNvPr>
          <p:cNvGraphicFramePr>
            <a:graphicFrameLocks noGrp="1"/>
          </p:cNvGraphicFramePr>
          <p:nvPr>
            <p:extLst>
              <p:ext uri="{D42A27DB-BD31-4B8C-83A1-F6EECF244321}">
                <p14:modId xmlns:p14="http://schemas.microsoft.com/office/powerpoint/2010/main" val="4037299819"/>
              </p:ext>
            </p:extLst>
          </p:nvPr>
        </p:nvGraphicFramePr>
        <p:xfrm>
          <a:off x="116212" y="1119917"/>
          <a:ext cx="11959576" cy="4580408"/>
        </p:xfrm>
        <a:graphic>
          <a:graphicData uri="http://schemas.openxmlformats.org/drawingml/2006/table">
            <a:tbl>
              <a:tblPr rtl="1" firstRow="1" bandRow="1">
                <a:effectLst>
                  <a:outerShdw blurRad="50800" dist="38100" dir="2700000" algn="tl" rotWithShape="0">
                    <a:prstClr val="black">
                      <a:alpha val="8000"/>
                    </a:prstClr>
                  </a:outerShdw>
                </a:effectLst>
                <a:tableStyleId>{5C22544A-7EE6-4342-B048-85BDC9FD1C3A}</a:tableStyleId>
              </a:tblPr>
              <a:tblGrid>
                <a:gridCol w="293305">
                  <a:extLst>
                    <a:ext uri="{9D8B030D-6E8A-4147-A177-3AD203B41FA5}">
                      <a16:colId xmlns:a16="http://schemas.microsoft.com/office/drawing/2014/main" val="301911790"/>
                    </a:ext>
                  </a:extLst>
                </a:gridCol>
                <a:gridCol w="978541">
                  <a:extLst>
                    <a:ext uri="{9D8B030D-6E8A-4147-A177-3AD203B41FA5}">
                      <a16:colId xmlns:a16="http://schemas.microsoft.com/office/drawing/2014/main" val="2314276677"/>
                    </a:ext>
                  </a:extLst>
                </a:gridCol>
                <a:gridCol w="1930913">
                  <a:extLst>
                    <a:ext uri="{9D8B030D-6E8A-4147-A177-3AD203B41FA5}">
                      <a16:colId xmlns:a16="http://schemas.microsoft.com/office/drawing/2014/main" val="1440130488"/>
                    </a:ext>
                  </a:extLst>
                </a:gridCol>
                <a:gridCol w="776433">
                  <a:extLst>
                    <a:ext uri="{9D8B030D-6E8A-4147-A177-3AD203B41FA5}">
                      <a16:colId xmlns:a16="http://schemas.microsoft.com/office/drawing/2014/main" val="2455662797"/>
                    </a:ext>
                  </a:extLst>
                </a:gridCol>
                <a:gridCol w="430650">
                  <a:extLst>
                    <a:ext uri="{9D8B030D-6E8A-4147-A177-3AD203B41FA5}">
                      <a16:colId xmlns:a16="http://schemas.microsoft.com/office/drawing/2014/main" val="1475530516"/>
                    </a:ext>
                  </a:extLst>
                </a:gridCol>
                <a:gridCol w="437728">
                  <a:extLst>
                    <a:ext uri="{9D8B030D-6E8A-4147-A177-3AD203B41FA5}">
                      <a16:colId xmlns:a16="http://schemas.microsoft.com/office/drawing/2014/main" val="3948434064"/>
                    </a:ext>
                  </a:extLst>
                </a:gridCol>
                <a:gridCol w="437727">
                  <a:extLst>
                    <a:ext uri="{9D8B030D-6E8A-4147-A177-3AD203B41FA5}">
                      <a16:colId xmlns:a16="http://schemas.microsoft.com/office/drawing/2014/main" val="43820072"/>
                    </a:ext>
                  </a:extLst>
                </a:gridCol>
                <a:gridCol w="426646">
                  <a:extLst>
                    <a:ext uri="{9D8B030D-6E8A-4147-A177-3AD203B41FA5}">
                      <a16:colId xmlns:a16="http://schemas.microsoft.com/office/drawing/2014/main" val="907022506"/>
                    </a:ext>
                  </a:extLst>
                </a:gridCol>
                <a:gridCol w="448810">
                  <a:extLst>
                    <a:ext uri="{9D8B030D-6E8A-4147-A177-3AD203B41FA5}">
                      <a16:colId xmlns:a16="http://schemas.microsoft.com/office/drawing/2014/main" val="1991027552"/>
                    </a:ext>
                  </a:extLst>
                </a:gridCol>
                <a:gridCol w="443268">
                  <a:extLst>
                    <a:ext uri="{9D8B030D-6E8A-4147-A177-3AD203B41FA5}">
                      <a16:colId xmlns:a16="http://schemas.microsoft.com/office/drawing/2014/main" val="1348320845"/>
                    </a:ext>
                  </a:extLst>
                </a:gridCol>
                <a:gridCol w="470973">
                  <a:extLst>
                    <a:ext uri="{9D8B030D-6E8A-4147-A177-3AD203B41FA5}">
                      <a16:colId xmlns:a16="http://schemas.microsoft.com/office/drawing/2014/main" val="2868218263"/>
                    </a:ext>
                  </a:extLst>
                </a:gridCol>
                <a:gridCol w="444577">
                  <a:extLst>
                    <a:ext uri="{9D8B030D-6E8A-4147-A177-3AD203B41FA5}">
                      <a16:colId xmlns:a16="http://schemas.microsoft.com/office/drawing/2014/main" val="957842929"/>
                    </a:ext>
                  </a:extLst>
                </a:gridCol>
                <a:gridCol w="443610">
                  <a:extLst>
                    <a:ext uri="{9D8B030D-6E8A-4147-A177-3AD203B41FA5}">
                      <a16:colId xmlns:a16="http://schemas.microsoft.com/office/drawing/2014/main" val="272256764"/>
                    </a:ext>
                  </a:extLst>
                </a:gridCol>
                <a:gridCol w="421178">
                  <a:extLst>
                    <a:ext uri="{9D8B030D-6E8A-4147-A177-3AD203B41FA5}">
                      <a16:colId xmlns:a16="http://schemas.microsoft.com/office/drawing/2014/main" val="2265221158"/>
                    </a:ext>
                  </a:extLst>
                </a:gridCol>
                <a:gridCol w="435576">
                  <a:extLst>
                    <a:ext uri="{9D8B030D-6E8A-4147-A177-3AD203B41FA5}">
                      <a16:colId xmlns:a16="http://schemas.microsoft.com/office/drawing/2014/main" val="3481081713"/>
                    </a:ext>
                  </a:extLst>
                </a:gridCol>
                <a:gridCol w="448888">
                  <a:extLst>
                    <a:ext uri="{9D8B030D-6E8A-4147-A177-3AD203B41FA5}">
                      <a16:colId xmlns:a16="http://schemas.microsoft.com/office/drawing/2014/main" val="2171186599"/>
                    </a:ext>
                  </a:extLst>
                </a:gridCol>
                <a:gridCol w="432630">
                  <a:extLst>
                    <a:ext uri="{9D8B030D-6E8A-4147-A177-3AD203B41FA5}">
                      <a16:colId xmlns:a16="http://schemas.microsoft.com/office/drawing/2014/main" val="1010187179"/>
                    </a:ext>
                  </a:extLst>
                </a:gridCol>
                <a:gridCol w="454061">
                  <a:extLst>
                    <a:ext uri="{9D8B030D-6E8A-4147-A177-3AD203B41FA5}">
                      <a16:colId xmlns:a16="http://schemas.microsoft.com/office/drawing/2014/main" val="1154603591"/>
                    </a:ext>
                  </a:extLst>
                </a:gridCol>
                <a:gridCol w="451114">
                  <a:extLst>
                    <a:ext uri="{9D8B030D-6E8A-4147-A177-3AD203B41FA5}">
                      <a16:colId xmlns:a16="http://schemas.microsoft.com/office/drawing/2014/main" val="3805279175"/>
                    </a:ext>
                  </a:extLst>
                </a:gridCol>
                <a:gridCol w="432262">
                  <a:extLst>
                    <a:ext uri="{9D8B030D-6E8A-4147-A177-3AD203B41FA5}">
                      <a16:colId xmlns:a16="http://schemas.microsoft.com/office/drawing/2014/main" val="992770991"/>
                    </a:ext>
                  </a:extLst>
                </a:gridCol>
                <a:gridCol w="471798">
                  <a:extLst>
                    <a:ext uri="{9D8B030D-6E8A-4147-A177-3AD203B41FA5}">
                      <a16:colId xmlns:a16="http://schemas.microsoft.com/office/drawing/2014/main" val="2135967041"/>
                    </a:ext>
                  </a:extLst>
                </a:gridCol>
                <a:gridCol w="448888">
                  <a:extLst>
                    <a:ext uri="{9D8B030D-6E8A-4147-A177-3AD203B41FA5}">
                      <a16:colId xmlns:a16="http://schemas.microsoft.com/office/drawing/2014/main" val="1966324798"/>
                    </a:ext>
                  </a:extLst>
                </a:gridCol>
              </a:tblGrid>
              <a:tr h="381167">
                <a:tc gridSpan="4">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ar-SA" sz="1600" b="1" i="0" u="none" strike="noStrike" kern="0" cap="none" dirty="0">
                          <a:solidFill>
                            <a:schemeClr val="tx1"/>
                          </a:solidFill>
                          <a:latin typeface="Tajawal" panose="00000500000000000000" pitchFamily="2" charset="-78"/>
                          <a:ea typeface="+mn-ea"/>
                          <a:cs typeface="Tajawal" panose="00000500000000000000" pitchFamily="2" charset="-78"/>
                          <a:sym typeface="Arial"/>
                        </a:rPr>
                        <a:t>المعالم الرئيسية</a:t>
                      </a:r>
                      <a:endParaRPr lang="en-US" sz="1600" b="1" i="0" u="none" strike="noStrike" kern="0" cap="none" dirty="0">
                        <a:solidFill>
                          <a:schemeClr val="tx1"/>
                        </a:solidFill>
                        <a:latin typeface="Tajawal" panose="00000500000000000000" pitchFamily="2" charset="-78"/>
                        <a:ea typeface="+mn-ea"/>
                        <a:cs typeface="Tajawal" panose="00000500000000000000" pitchFamily="2" charset="-78"/>
                        <a:sym typeface="Arial"/>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endParaRPr lang="en-US" sz="1200" b="1" i="0" u="none" strike="noStrike" kern="0" cap="none">
                        <a:solidFill>
                          <a:schemeClr val="bg1"/>
                        </a:solidFill>
                        <a:latin typeface="Sakkal Majalla" panose="02000000000000000000" pitchFamily="2" charset="-78"/>
                        <a:ea typeface="+mn-ea"/>
                        <a:cs typeface="Sakkal Majalla" panose="02000000000000000000" pitchFamily="2" charset="-78"/>
                        <a:sym typeface="Arial"/>
                      </a:endParaRPr>
                    </a:p>
                  </a:txBody>
                  <a:tcPr marL="45720" marR="4572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1400" b="1" kern="0" dirty="0">
                          <a:solidFill>
                            <a:schemeClr val="bg1"/>
                          </a:solidFill>
                          <a:latin typeface="Tajawal" panose="00000500000000000000" pitchFamily="2" charset="-78"/>
                          <a:ea typeface="+mj-ea"/>
                          <a:cs typeface="Tajawal" panose="00000500000000000000" pitchFamily="2" charset="-78"/>
                          <a:sym typeface="Arial"/>
                        </a:rPr>
                        <a:t>Q1 - 2026</a:t>
                      </a:r>
                      <a:endParaRPr lang="ar-SA" sz="1400" b="1" kern="0" dirty="0">
                        <a:solidFill>
                          <a:schemeClr val="bg1"/>
                        </a:solidFill>
                        <a:latin typeface="Tajawal" panose="00000500000000000000" pitchFamily="2" charset="-78"/>
                        <a:ea typeface="+mj-ea"/>
                        <a:cs typeface="Tajawal" panose="00000500000000000000" pitchFamily="2" charset="-78"/>
                        <a:sym typeface="Arial"/>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en-US"/>
                    </a:p>
                  </a:txBody>
                  <a:tcPr/>
                </a:tc>
                <a:tc hMerge="1">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endParaRPr lang="ar-SA" sz="600" b="0" i="0" u="none" strike="noStrike" kern="0" cap="none">
                        <a:solidFill>
                          <a:schemeClr val="bg1"/>
                        </a:solidFill>
                        <a:latin typeface="TheMixArabic Plain" panose="020B0502050302020203" pitchFamily="34" charset="-78"/>
                        <a:ea typeface="+mn-ea"/>
                        <a:cs typeface="TheMixArabic Plain" panose="020B0502050302020203" pitchFamily="34" charset="-78"/>
                        <a:sym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lang="en-US" sz="1400" b="1" kern="0" dirty="0">
                          <a:solidFill>
                            <a:schemeClr val="bg1"/>
                          </a:solidFill>
                          <a:latin typeface="Tajawal" panose="00000500000000000000" pitchFamily="2" charset="-78"/>
                          <a:ea typeface="+mj-ea"/>
                          <a:cs typeface="Tajawal" panose="00000500000000000000" pitchFamily="2" charset="-78"/>
                          <a:sym typeface="Arial"/>
                        </a:rPr>
                        <a:t>Q2 - 2026</a:t>
                      </a:r>
                      <a:endParaRPr sz="1400" b="1" kern="0" dirty="0">
                        <a:solidFill>
                          <a:schemeClr val="bg1"/>
                        </a:solidFill>
                        <a:latin typeface="Tajawal" panose="00000500000000000000" pitchFamily="2" charset="-78"/>
                        <a:ea typeface="+mj-ea"/>
                        <a:cs typeface="Tajawal" panose="00000500000000000000" pitchFamily="2" charset="-78"/>
                        <a:sym typeface="Arial"/>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75000"/>
                      </a:schemeClr>
                    </a:solidFill>
                  </a:tcPr>
                </a:tc>
                <a:tc hMerge="1">
                  <a:txBody>
                    <a:bodyPr/>
                    <a:lstStyle/>
                    <a:p>
                      <a:endParaRPr lang="en-GB"/>
                    </a:p>
                  </a:txBody>
                  <a:tcPr>
                    <a:lnL w="28575"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215E71"/>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215E71"/>
                    </a:solid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gridSpan="3">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1400" b="1" kern="0" dirty="0">
                          <a:solidFill>
                            <a:schemeClr val="bg1"/>
                          </a:solidFill>
                          <a:latin typeface="Tajawal" panose="00000500000000000000" pitchFamily="2" charset="-78"/>
                          <a:ea typeface="+mj-ea"/>
                          <a:cs typeface="Tajawal" panose="00000500000000000000" pitchFamily="2" charset="-78"/>
                          <a:sym typeface="Arial"/>
                        </a:rPr>
                        <a:t>Q3 - 2026</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1D3843"/>
                    </a:solidFill>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gridSpan="3">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1400" b="1" kern="0" dirty="0">
                          <a:solidFill>
                            <a:schemeClr val="bg1"/>
                          </a:solidFill>
                          <a:latin typeface="Tajawal" panose="00000500000000000000" pitchFamily="2" charset="-78"/>
                          <a:ea typeface="+mj-ea"/>
                          <a:cs typeface="Tajawal" panose="00000500000000000000" pitchFamily="2" charset="-78"/>
                          <a:sym typeface="Arial"/>
                        </a:rPr>
                        <a:t>Q4 - 2026</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1D3843"/>
                    </a:solidFill>
                  </a:tcPr>
                </a:tc>
                <a:tc hMerge="1">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endParaRPr sz="600" b="0" i="0" u="none" strike="noStrike" kern="0" cap="none">
                        <a:solidFill>
                          <a:schemeClr val="bg1"/>
                        </a:solidFill>
                        <a:latin typeface="TheMixArabic Plain" panose="020B0502050302020203" pitchFamily="34" charset="-78"/>
                        <a:ea typeface="+mn-ea"/>
                        <a:cs typeface="TheMixArabic Plain" panose="020B0502050302020203" pitchFamily="34" charset="-78"/>
                        <a:sym typeface="Arial"/>
                      </a:endParaRPr>
                    </a:p>
                  </a:txBody>
                  <a:tcPr marL="45720" marR="45720" anchor="ctr">
                    <a:lnL w="28575" cap="flat" cmpd="sng" algn="ctr">
                      <a:solidFill>
                        <a:schemeClr val="bg1"/>
                      </a:solidFill>
                      <a:prstDash val="solid"/>
                      <a:round/>
                      <a:headEnd type="none" w="med" len="med"/>
                      <a:tailEnd type="none" w="med" len="med"/>
                    </a:lnL>
                  </a:tcPr>
                </a:tc>
                <a:tc hMerge="1">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endParaRPr lang="ar-SA" sz="600" b="0" i="0" u="none" strike="noStrike" kern="0" cap="none" dirty="0">
                        <a:solidFill>
                          <a:schemeClr val="bg1"/>
                        </a:solidFill>
                        <a:latin typeface="TheMixArabic Plain" panose="020B0502050302020203" pitchFamily="34" charset="-78"/>
                        <a:ea typeface="+mn-ea"/>
                        <a:cs typeface="TheMixArabic Plain" panose="020B0502050302020203" pitchFamily="34" charset="-78"/>
                        <a:sym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gridSpan="3">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GB" sz="1400" b="1" kern="0" dirty="0">
                          <a:solidFill>
                            <a:schemeClr val="bg1"/>
                          </a:solidFill>
                          <a:latin typeface="Tajawal" panose="00000500000000000000" pitchFamily="2" charset="-78"/>
                          <a:ea typeface="+mj-ea"/>
                          <a:cs typeface="Tajawal" panose="00000500000000000000" pitchFamily="2" charset="-78"/>
                          <a:sym typeface="Arial"/>
                        </a:rPr>
                        <a:t>Q1 - 2027</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1D3843"/>
                    </a:solidFill>
                  </a:tcPr>
                </a:tc>
                <a:tc hMerge="1">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endParaRPr sz="600" b="0" i="0" u="none" strike="noStrike" kern="0" cap="none">
                        <a:solidFill>
                          <a:schemeClr val="bg1"/>
                        </a:solidFill>
                        <a:latin typeface="TheMixArabic Plain" panose="020B0502050302020203" pitchFamily="34" charset="-78"/>
                        <a:ea typeface="+mn-ea"/>
                        <a:cs typeface="TheMixArabic Plain" panose="020B0502050302020203" pitchFamily="34" charset="-78"/>
                        <a:sym typeface="Arial"/>
                      </a:endParaRPr>
                    </a:p>
                  </a:txBody>
                  <a:tcPr marL="45720" marR="45720" anchor="ctr">
                    <a:lnL w="2857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215E7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08264"/>
                    </a:solidFill>
                  </a:tcPr>
                </a:tc>
                <a:tc hMerge="1">
                  <a:txBody>
                    <a:bodyPr/>
                    <a:lstStyle/>
                    <a:p>
                      <a:endParaRPr dirty="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gridSpan="3">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GB" sz="1400" b="1" kern="0" dirty="0">
                          <a:solidFill>
                            <a:schemeClr val="bg1"/>
                          </a:solidFill>
                          <a:latin typeface="Tajawal" panose="00000500000000000000" pitchFamily="2" charset="-78"/>
                          <a:ea typeface="+mj-ea"/>
                          <a:cs typeface="Tajawal" panose="00000500000000000000" pitchFamily="2" charset="-78"/>
                          <a:sym typeface="Arial"/>
                        </a:rPr>
                        <a:t>Q2 - 2027</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75000"/>
                      </a:schemeClr>
                    </a:solidFill>
                  </a:tcPr>
                </a:tc>
                <a:tc hMerge="1">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endParaRPr lang="ar-SA" sz="600" b="0" i="0" u="none" strike="noStrike" kern="0" cap="none">
                        <a:solidFill>
                          <a:schemeClr val="bg1"/>
                        </a:solidFill>
                        <a:latin typeface="TheMixArabic Plain" panose="020B0502050302020203" pitchFamily="34" charset="-78"/>
                        <a:ea typeface="+mn-ea"/>
                        <a:cs typeface="TheMixArabic Plain" panose="020B0502050302020203" pitchFamily="34" charset="-78"/>
                        <a:sym typeface="Arial"/>
                      </a:endParaRPr>
                    </a:p>
                  </a:txBody>
                  <a:tcPr marL="45720" marR="45720"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215E71"/>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215E71"/>
                    </a:solidFill>
                  </a:tcPr>
                </a:tc>
                <a:tc hMerge="1">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endParaRPr sz="1400" b="1" kern="0">
                        <a:solidFill>
                          <a:schemeClr val="bg1"/>
                        </a:solidFill>
                        <a:latin typeface="Sakkal Majalla" panose="02000000000000000000" pitchFamily="2" charset="-78"/>
                        <a:ea typeface="+mj-ea"/>
                        <a:cs typeface="Sakkal Majalla" panose="02000000000000000000" pitchFamily="2" charset="-78"/>
                        <a:sym typeface="Arial"/>
                      </a:endParaRPr>
                    </a:p>
                  </a:txBody>
                  <a:tcPr marL="45720" marR="4572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215E7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04229"/>
                    </a:solidFill>
                  </a:tcPr>
                </a:tc>
                <a:extLst>
                  <a:ext uri="{0D108BD9-81ED-4DB2-BD59-A6C34878D82A}">
                    <a16:rowId xmlns:a16="http://schemas.microsoft.com/office/drawing/2014/main" val="2587460271"/>
                  </a:ext>
                </a:extLst>
              </a:tr>
              <a:tr h="415724">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50" b="1" i="0" u="none" strike="noStrike" kern="0" cap="none" dirty="0">
                          <a:solidFill>
                            <a:schemeClr val="bg1"/>
                          </a:solidFill>
                          <a:latin typeface="Tajawal" panose="00000500000000000000" pitchFamily="2" charset="-78"/>
                          <a:ea typeface="+mn-ea"/>
                          <a:cs typeface="Tajawal" panose="00000500000000000000" pitchFamily="2" charset="-78"/>
                          <a:sym typeface="Arial"/>
                        </a:rPr>
                        <a:t>#</a:t>
                      </a:r>
                      <a:endParaRPr sz="750" b="1" i="0" u="none" strike="noStrike" kern="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ar-SA" sz="750" b="1" kern="0">
                          <a:solidFill>
                            <a:schemeClr val="bg1"/>
                          </a:solidFill>
                          <a:latin typeface="Tajawal" panose="00000500000000000000" pitchFamily="2" charset="-78"/>
                          <a:ea typeface="+mn-ea"/>
                          <a:cs typeface="Tajawal" panose="00000500000000000000" pitchFamily="2" charset="-78"/>
                          <a:sym typeface="Arial"/>
                        </a:rPr>
                        <a:t>المرحلة</a:t>
                      </a:r>
                      <a:endParaRPr lang="ar-SA" sz="750" b="1" kern="0" noProof="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kumimoji="0" lang="ar-SA" sz="750" b="1" i="0" u="none" strike="noStrike" kern="1200" cap="none" spc="0" normalizeH="0" baseline="0" noProof="0" dirty="0">
                          <a:ln>
                            <a:noFill/>
                          </a:ln>
                          <a:solidFill>
                            <a:schemeClr val="bg1"/>
                          </a:solidFill>
                          <a:effectLst/>
                          <a:uLnTx/>
                          <a:uFillTx/>
                          <a:latin typeface="Tajawal" panose="00000500000000000000" pitchFamily="2" charset="-78"/>
                          <a:ea typeface="Tahoma" panose="020B0604030504040204" pitchFamily="34" charset="0"/>
                          <a:cs typeface="Tajawal" panose="00000500000000000000" pitchFamily="2" charset="-78"/>
                        </a:rPr>
                        <a:t>المخرج</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ar-SA" sz="750" b="1" kern="0" dirty="0">
                          <a:solidFill>
                            <a:schemeClr val="bg1"/>
                          </a:solidFill>
                          <a:latin typeface="Tajawal" panose="00000500000000000000" pitchFamily="2" charset="-78"/>
                          <a:ea typeface="+mn-ea"/>
                          <a:cs typeface="Tajawal" panose="00000500000000000000" pitchFamily="2" charset="-78"/>
                          <a:sym typeface="Arial"/>
                        </a:rPr>
                        <a:t>الحالة</a:t>
                      </a:r>
                      <a:endParaRPr kumimoji="0" lang="ar-SA" sz="750" b="1" i="0" u="none" strike="noStrike" kern="1200" cap="none" spc="0" normalizeH="0" baseline="0" noProof="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kern="0" noProof="0" dirty="0">
                          <a:solidFill>
                            <a:schemeClr val="bg1"/>
                          </a:solidFill>
                          <a:latin typeface="Tajawal" panose="00000500000000000000" pitchFamily="2" charset="-78"/>
                          <a:ea typeface="+mn-ea"/>
                          <a:cs typeface="Tajawal" panose="00000500000000000000" pitchFamily="2" charset="-78"/>
                        </a:rPr>
                        <a:t>JAN</a:t>
                      </a:r>
                      <a:endParaRPr lang="ar-SA" sz="700" b="1" kern="0"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FEB</a:t>
                      </a:r>
                      <a:r>
                        <a:rPr lang="ar-SA"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 </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MAR</a:t>
                      </a:r>
                      <a:endParaRPr lang="ar-SA" sz="700" b="1" i="0" u="none" strike="noStrike" kern="0" cap="none" dirty="0">
                        <a:solidFill>
                          <a:schemeClr val="bg1">
                            <a:lumMod val="95000"/>
                          </a:schemeClr>
                        </a:solidFill>
                        <a:latin typeface="Tajawal" panose="00000500000000000000" pitchFamily="2" charset="-78"/>
                        <a:ea typeface="+mj-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j-ea"/>
                          <a:cs typeface="Tajawal" panose="00000500000000000000" pitchFamily="2" charset="-78"/>
                          <a:sym typeface="Arial"/>
                        </a:rPr>
                        <a:t>APR</a:t>
                      </a:r>
                      <a:endParaRPr lang="ar-SA" sz="700" b="1" i="0" u="none" strike="noStrike" kern="0" cap="none" dirty="0">
                        <a:solidFill>
                          <a:schemeClr val="bg1">
                            <a:lumMod val="95000"/>
                          </a:schemeClr>
                        </a:solidFill>
                        <a:latin typeface="Tajawal" panose="00000500000000000000" pitchFamily="2" charset="-78"/>
                        <a:ea typeface="+mj-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MAY</a:t>
                      </a:r>
                      <a:endParaRPr lang="ar-SA"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JUN</a:t>
                      </a:r>
                      <a:endParaRPr lang="ar-SA"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JUL</a:t>
                      </a:r>
                      <a:endParaRPr lang="ar-SA"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AUG</a:t>
                      </a:r>
                      <a:endParaRPr lang="ar-SA"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SEP</a:t>
                      </a:r>
                      <a:endParaRPr lang="ar-SA"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OCT</a:t>
                      </a:r>
                      <a:endParaRPr lang="ar-SA"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NOV</a:t>
                      </a:r>
                      <a:endParaRPr lang="ar-SA"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DEC</a:t>
                      </a:r>
                      <a:endParaRPr lang="ar-SA"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j-ea"/>
                          <a:cs typeface="Tajawal" panose="00000500000000000000" pitchFamily="2" charset="-78"/>
                          <a:sym typeface="Arial"/>
                        </a:rPr>
                        <a:t>JAN</a:t>
                      </a:r>
                      <a:endParaRPr sz="700" b="1" i="0" u="none" strike="noStrike" kern="0" cap="none" dirty="0">
                        <a:solidFill>
                          <a:schemeClr val="bg1">
                            <a:lumMod val="95000"/>
                          </a:schemeClr>
                        </a:solidFill>
                        <a:latin typeface="Tajawal" panose="00000500000000000000" pitchFamily="2" charset="-78"/>
                        <a:ea typeface="+mj-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j-ea"/>
                          <a:cs typeface="Tajawal" panose="00000500000000000000" pitchFamily="2" charset="-78"/>
                          <a:sym typeface="Arial"/>
                        </a:rPr>
                        <a:t>FRB</a:t>
                      </a:r>
                      <a:endParaRPr lang="ar-SA" sz="700" b="1" i="0" u="none" strike="noStrike" kern="0" cap="none" dirty="0">
                        <a:solidFill>
                          <a:schemeClr val="bg1">
                            <a:lumMod val="95000"/>
                          </a:schemeClr>
                        </a:solidFill>
                        <a:latin typeface="Tajawal" panose="00000500000000000000" pitchFamily="2" charset="-78"/>
                        <a:ea typeface="+mj-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j-ea"/>
                          <a:cs typeface="Tajawal" panose="00000500000000000000" pitchFamily="2" charset="-78"/>
                          <a:sym typeface="Arial"/>
                        </a:rPr>
                        <a:t>MAR</a:t>
                      </a:r>
                      <a:endParaRPr sz="700" b="1" i="0" u="none" strike="noStrike" kern="0" cap="none" dirty="0">
                        <a:solidFill>
                          <a:schemeClr val="bg1">
                            <a:lumMod val="95000"/>
                          </a:schemeClr>
                        </a:solidFill>
                        <a:latin typeface="Tajawal" panose="00000500000000000000" pitchFamily="2" charset="-78"/>
                        <a:ea typeface="+mj-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APR</a:t>
                      </a:r>
                      <a:r>
                        <a:rPr lang="ar-SA"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 </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ar-SA" sz="700" b="1" i="0" u="none" strike="noStrike" kern="0" cap="none">
                          <a:solidFill>
                            <a:schemeClr val="bg1">
                              <a:lumMod val="95000"/>
                            </a:schemeClr>
                          </a:solidFill>
                          <a:latin typeface="Tajawal" panose="00000500000000000000" pitchFamily="2" charset="-78"/>
                          <a:ea typeface="+mn-ea"/>
                          <a:cs typeface="Tajawal" panose="00000500000000000000" pitchFamily="2" charset="-78"/>
                          <a:sym typeface="Arial"/>
                        </a:rPr>
                        <a:t>مارس</a:t>
                      </a:r>
                      <a:endParaRPr lang="ar-SA" sz="700" b="1" i="0" u="none" strike="noStrike" kern="0" cap="none">
                        <a:solidFill>
                          <a:schemeClr val="bg1">
                            <a:lumMod val="95000"/>
                          </a:schemeClr>
                        </a:solidFill>
                        <a:latin typeface="Tajawal" panose="00000500000000000000" pitchFamily="2" charset="-78"/>
                        <a:ea typeface="+mj-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ar-SA" sz="700" b="1" i="0" u="none" strike="noStrike" kern="0" cap="none" dirty="0">
                          <a:solidFill>
                            <a:schemeClr val="bg1">
                              <a:lumMod val="95000"/>
                            </a:schemeClr>
                          </a:solidFill>
                          <a:latin typeface="Tajawal" panose="00000500000000000000" pitchFamily="2" charset="-78"/>
                          <a:ea typeface="+mj-ea"/>
                          <a:cs typeface="Tajawal" panose="00000500000000000000" pitchFamily="2" charset="-78"/>
                          <a:sym typeface="Arial"/>
                        </a:rPr>
                        <a:t>ابريل</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1738284467"/>
                  </a:ext>
                </a:extLst>
              </a:tr>
              <a:tr h="360871">
                <a:tc>
                  <a:txBody>
                    <a:bodyPr/>
                    <a:lstStyle/>
                    <a:p>
                      <a:pPr algn="ctr" rtl="1"/>
                      <a:r>
                        <a:rPr kumimoji="0" lang="ar-SA"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rPr>
                        <a:t>1</a:t>
                      </a:r>
                      <a:endParaRPr kumimoji="0" lang="en-US"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noProof="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rPr>
                        <a:t>بدء المشروع</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noProof="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rPr>
                        <a:t>وثائق المشروع </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B" sz="1000" b="1" i="0" u="none" strike="noStrike" kern="1200" cap="none" spc="0" normalizeH="0" baseline="0" noProof="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rPr>
                        <a:t>تم الأنتهاء</a:t>
                      </a:r>
                      <a:endParaRPr kumimoji="0" lang="ar-SA" sz="1000" b="1" i="0" u="none" strike="noStrike" kern="1200" cap="none" spc="0" normalizeH="0" baseline="0" noProof="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163E35"/>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2F2F2"/>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19320781"/>
                  </a:ext>
                </a:extLst>
              </a:tr>
              <a:tr h="409320">
                <a:tc>
                  <a:txBody>
                    <a:bodyPr/>
                    <a:lstStyle/>
                    <a:p>
                      <a:pPr algn="ctr" rtl="1"/>
                      <a:r>
                        <a:rPr kumimoji="0" lang="ar-SA" sz="1000" b="1" i="0" u="none" strike="noStrike" kern="1200" cap="none" spc="0" normalizeH="0" baseline="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rPr>
                        <a:t>2</a:t>
                      </a:r>
                      <a:endParaRPr kumimoji="0" lang="en-US" sz="1000" b="1" i="0" u="none" strike="noStrike" kern="1200" cap="none" spc="0" normalizeH="0" baseline="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row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noProof="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rPr>
                        <a:t>التحليل</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000" b="1" kern="1200" dirty="0">
                          <a:solidFill>
                            <a:schemeClr val="tx1"/>
                          </a:solidFill>
                          <a:latin typeface="Tajawal" panose="00000500000000000000" pitchFamily="2" charset="-78"/>
                          <a:ea typeface="+mn-ea"/>
                          <a:cs typeface="Tajawal" panose="00000500000000000000" pitchFamily="2" charset="-78"/>
                          <a:sym typeface="Cairo" pitchFamily="2" charset="-78"/>
                        </a:rPr>
                        <a:t>توثيق متطلبات الوضع المستقبلي (</a:t>
                      </a:r>
                      <a:r>
                        <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rPr>
                        <a:t>MVP</a:t>
                      </a:r>
                      <a:r>
                        <a:rPr lang="ar-SA" sz="1000" b="1" kern="1200" dirty="0">
                          <a:solidFill>
                            <a:schemeClr val="tx1"/>
                          </a:solidFill>
                          <a:latin typeface="Tajawal" panose="00000500000000000000" pitchFamily="2" charset="-78"/>
                          <a:ea typeface="+mn-ea"/>
                          <a:cs typeface="Tajawal" panose="00000500000000000000" pitchFamily="2" charset="-78"/>
                          <a:sym typeface="Cairo" pitchFamily="2" charset="-78"/>
                        </a:rPr>
                        <a:t>)</a:t>
                      </a:r>
                      <a:endParaRPr kumimoji="0" lang="ar-SA" sz="1000" b="1" i="0" u="none" strike="noStrike" kern="1200" cap="none" spc="0" normalizeH="0" baseline="0" noProof="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noProof="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rPr>
                        <a:t>قيد التنفيذ</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163E35"/>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2F2F2"/>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21559330"/>
                  </a:ext>
                </a:extLst>
              </a:tr>
              <a:tr h="318018">
                <a:tc>
                  <a:txBody>
                    <a:bodyPr/>
                    <a:lstStyle/>
                    <a:p>
                      <a:pPr algn="ctr" rtl="1"/>
                      <a:r>
                        <a:rPr kumimoji="0" lang="en-US"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rPr>
                        <a:t>3</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endParaRPr dirty="0"/>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000" b="1" kern="1200" dirty="0">
                          <a:solidFill>
                            <a:schemeClr val="tx1"/>
                          </a:solidFill>
                          <a:latin typeface="Tajawal" panose="00000500000000000000" pitchFamily="2" charset="-78"/>
                          <a:ea typeface="+mn-ea"/>
                          <a:cs typeface="Tajawal" panose="00000500000000000000" pitchFamily="2" charset="-78"/>
                          <a:sym typeface="Cairo" pitchFamily="2" charset="-78"/>
                        </a:rPr>
                        <a:t>توثيق  متطلبات الوضع المستقبلي (</a:t>
                      </a:r>
                      <a:r>
                        <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rPr>
                        <a:t>Full Scope</a:t>
                      </a:r>
                      <a:r>
                        <a:rPr lang="ar-SA" sz="1000" b="1" kern="1200" dirty="0">
                          <a:solidFill>
                            <a:schemeClr val="tx1"/>
                          </a:solidFill>
                          <a:latin typeface="Tajawal" panose="00000500000000000000" pitchFamily="2" charset="-78"/>
                          <a:ea typeface="+mn-ea"/>
                          <a:cs typeface="Tajawal" panose="00000500000000000000" pitchFamily="2" charset="-78"/>
                          <a:sym typeface="Cairo" pitchFamily="2" charset="-78"/>
                        </a:rPr>
                        <a:t>)</a:t>
                      </a:r>
                      <a:endPar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noProof="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rPr>
                        <a:t>قيد التنفيذ</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163E35"/>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2F2F2"/>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02138646"/>
                  </a:ext>
                </a:extLst>
              </a:tr>
              <a:tr h="318018">
                <a:tc>
                  <a:txBody>
                    <a:bodyPr/>
                    <a:lstStyle/>
                    <a:p>
                      <a:pPr algn="ctr" rtl="1"/>
                      <a:r>
                        <a:rPr kumimoji="0" lang="ar-SA"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rPr>
                        <a:t>4</a:t>
                      </a:r>
                      <a:endParaRPr kumimoji="0" lang="en-US"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rPr>
                        <a:t>التصميم</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000" b="1" kern="1200" dirty="0">
                          <a:solidFill>
                            <a:schemeClr val="tx1"/>
                          </a:solidFill>
                          <a:latin typeface="Tajawal" panose="00000500000000000000" pitchFamily="2" charset="-78"/>
                          <a:ea typeface="+mn-ea"/>
                          <a:cs typeface="Tajawal" panose="00000500000000000000" pitchFamily="2" charset="-78"/>
                          <a:sym typeface="Cairo" pitchFamily="2" charset="-78"/>
                        </a:rPr>
                        <a:t>التصميم وإعداد النموذج الأولي</a:t>
                      </a:r>
                      <a:endPar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noProof="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rPr>
                        <a:t>قيد التنفيذ</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163E35"/>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2F2F2"/>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66176539"/>
                  </a:ext>
                </a:extLst>
              </a:tr>
              <a:tr h="318018">
                <a:tc>
                  <a:txBody>
                    <a:bodyPr/>
                    <a:lstStyle/>
                    <a:p>
                      <a:pPr algn="ctr" rtl="1"/>
                      <a:r>
                        <a:rPr kumimoji="0" lang="ar-SA"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rPr>
                        <a:t>5</a:t>
                      </a:r>
                      <a:endParaRPr kumimoji="0" lang="en-US"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rowSpan="7">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rPr>
                        <a:t>التطوير</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000" b="1" kern="1200" dirty="0">
                          <a:solidFill>
                            <a:schemeClr val="tx1"/>
                          </a:solidFill>
                          <a:latin typeface="Tajawal" panose="00000500000000000000" pitchFamily="2" charset="-78"/>
                          <a:ea typeface="+mn-ea"/>
                          <a:cs typeface="Tajawal" panose="00000500000000000000" pitchFamily="2" charset="-78"/>
                          <a:sym typeface="Cairo" pitchFamily="2" charset="-78"/>
                        </a:rPr>
                        <a:t>تجهيز بيئات العمل وتفعيل رخص المنصة</a:t>
                      </a:r>
                      <a:endPar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noProof="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rPr>
                        <a:t>لم يبدأ</a:t>
                      </a:r>
                      <a:endParaRPr kumimoji="0" lang="ar-SA" sz="1000" b="1" i="0" u="none" strike="noStrike" kern="1200" cap="none" spc="0" normalizeH="0" baseline="0" noProof="0" dirty="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163E35"/>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2F2F2"/>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56031909"/>
                  </a:ext>
                </a:extLst>
              </a:tr>
              <a:tr h="318018">
                <a:tc>
                  <a:txBody>
                    <a:bodyPr/>
                    <a:lstStyle/>
                    <a:p>
                      <a:pPr algn="ctr" rtl="1"/>
                      <a:r>
                        <a:rPr kumimoji="0" lang="ar-SA"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rPr>
                        <a:t>6</a:t>
                      </a:r>
                      <a:endParaRPr kumimoji="0" lang="en-US"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000" b="1" kern="1200" dirty="0">
                          <a:solidFill>
                            <a:schemeClr val="tx1"/>
                          </a:solidFill>
                          <a:latin typeface="Tajawal" panose="00000500000000000000" pitchFamily="2" charset="-78"/>
                          <a:ea typeface="+mn-ea"/>
                          <a:cs typeface="Tajawal" panose="00000500000000000000" pitchFamily="2" charset="-78"/>
                        </a:rPr>
                        <a:t>تطوير</a:t>
                      </a:r>
                      <a:r>
                        <a:rPr lang="ar-LB" sz="1000" b="1" kern="1200" dirty="0">
                          <a:solidFill>
                            <a:schemeClr val="tx1"/>
                          </a:solidFill>
                          <a:latin typeface="Tajawal" panose="00000500000000000000" pitchFamily="2" charset="-78"/>
                          <a:ea typeface="+mn-ea"/>
                          <a:cs typeface="Tajawal" panose="00000500000000000000" pitchFamily="2" charset="-78"/>
                        </a:rPr>
                        <a:t> نظام إجراءات نزلاء السجون</a:t>
                      </a:r>
                      <a:r>
                        <a:rPr lang="ar-SA" sz="1000" b="1" kern="1200" dirty="0">
                          <a:solidFill>
                            <a:schemeClr val="tx1"/>
                          </a:solidFill>
                          <a:latin typeface="Tajawal" panose="00000500000000000000" pitchFamily="2" charset="-78"/>
                          <a:ea typeface="+mn-ea"/>
                          <a:cs typeface="Tajawal" panose="00000500000000000000" pitchFamily="2" charset="-78"/>
                        </a:rPr>
                        <a:t> (</a:t>
                      </a:r>
                      <a:r>
                        <a:rPr lang="en-US" sz="1000" b="1" kern="1200" dirty="0">
                          <a:solidFill>
                            <a:schemeClr val="tx1"/>
                          </a:solidFill>
                          <a:latin typeface="Tajawal" panose="00000500000000000000" pitchFamily="2" charset="-78"/>
                          <a:ea typeface="+mn-ea"/>
                          <a:cs typeface="Tajawal" panose="00000500000000000000" pitchFamily="2" charset="-78"/>
                        </a:rPr>
                        <a:t>MVP</a:t>
                      </a:r>
                      <a:r>
                        <a:rPr lang="ar-SA" sz="1000" b="1" kern="1200" dirty="0">
                          <a:solidFill>
                            <a:schemeClr val="tx1"/>
                          </a:solidFill>
                          <a:latin typeface="Tajawal" panose="00000500000000000000" pitchFamily="2" charset="-78"/>
                          <a:ea typeface="+mn-ea"/>
                          <a:cs typeface="Tajawal" panose="00000500000000000000" pitchFamily="2" charset="-78"/>
                        </a:rPr>
                        <a:t>)</a:t>
                      </a:r>
                      <a:endPar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noProof="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rPr>
                        <a:t>لم يبدأ</a:t>
                      </a:r>
                      <a:endParaRPr kumimoji="0" lang="ar-SA" sz="1000" b="1" i="0" u="none" strike="noStrike" kern="1200" cap="none" spc="0" normalizeH="0" baseline="0" noProof="0" dirty="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163E35"/>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2F2F2"/>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13029567"/>
                  </a:ext>
                </a:extLst>
              </a:tr>
              <a:tr h="318018">
                <a:tc>
                  <a:txBody>
                    <a:bodyPr/>
                    <a:lstStyle/>
                    <a:p>
                      <a:pPr algn="ctr" rtl="1"/>
                      <a:r>
                        <a:rPr kumimoji="0" lang="ar-SA"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rPr>
                        <a:t>7</a:t>
                      </a:r>
                      <a:endParaRPr kumimoji="0" lang="en-US"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000" b="1" kern="1200" dirty="0">
                          <a:solidFill>
                            <a:schemeClr val="tx1"/>
                          </a:solidFill>
                          <a:latin typeface="Tajawal" panose="00000500000000000000" pitchFamily="2" charset="-78"/>
                          <a:ea typeface="+mn-ea"/>
                          <a:cs typeface="Tajawal" panose="00000500000000000000" pitchFamily="2" charset="-78"/>
                        </a:rPr>
                        <a:t>تطوير</a:t>
                      </a:r>
                      <a:r>
                        <a:rPr lang="ar-LB" sz="1000" b="1" kern="1200" dirty="0">
                          <a:solidFill>
                            <a:schemeClr val="tx1"/>
                          </a:solidFill>
                          <a:latin typeface="Tajawal" panose="00000500000000000000" pitchFamily="2" charset="-78"/>
                          <a:ea typeface="+mn-ea"/>
                          <a:cs typeface="Tajawal" panose="00000500000000000000" pitchFamily="2" charset="-78"/>
                        </a:rPr>
                        <a:t> نظام إجراءات نزلاء السجون</a:t>
                      </a:r>
                      <a:r>
                        <a:rPr lang="ar-SA" sz="1000" b="1" kern="1200" dirty="0">
                          <a:solidFill>
                            <a:schemeClr val="tx1"/>
                          </a:solidFill>
                          <a:latin typeface="Tajawal" panose="00000500000000000000" pitchFamily="2" charset="-78"/>
                          <a:ea typeface="+mn-ea"/>
                          <a:cs typeface="Tajawal" panose="00000500000000000000" pitchFamily="2" charset="-78"/>
                        </a:rPr>
                        <a:t> (</a:t>
                      </a:r>
                      <a:r>
                        <a:rPr lang="en-US" sz="1000" b="1" kern="1200" dirty="0">
                          <a:solidFill>
                            <a:schemeClr val="tx1"/>
                          </a:solidFill>
                          <a:latin typeface="Tajawal" panose="00000500000000000000" pitchFamily="2" charset="-78"/>
                          <a:ea typeface="+mn-ea"/>
                          <a:cs typeface="Tajawal" panose="00000500000000000000" pitchFamily="2" charset="-78"/>
                        </a:rPr>
                        <a:t>Full Scope</a:t>
                      </a:r>
                      <a:r>
                        <a:rPr lang="ar-SA" sz="1000" b="1" kern="1200" dirty="0">
                          <a:solidFill>
                            <a:schemeClr val="tx1"/>
                          </a:solidFill>
                          <a:latin typeface="Tajawal" panose="00000500000000000000" pitchFamily="2" charset="-78"/>
                          <a:ea typeface="+mn-ea"/>
                          <a:cs typeface="Tajawal" panose="00000500000000000000" pitchFamily="2" charset="-78"/>
                        </a:rPr>
                        <a:t>)</a:t>
                      </a:r>
                      <a:endPar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noProof="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rPr>
                        <a:t>لم يبدأ</a:t>
                      </a:r>
                      <a:endParaRPr kumimoji="0" lang="ar-SA" sz="1000" b="1" i="0" u="none" strike="noStrike" kern="1200" cap="none" spc="0" normalizeH="0" baseline="0" noProof="0" dirty="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163E35"/>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2F2F2"/>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7853211"/>
                  </a:ext>
                </a:extLst>
              </a:tr>
              <a:tr h="403192">
                <a:tc rowSpan="2">
                  <a:txBody>
                    <a:bodyPr/>
                    <a:lstStyle/>
                    <a:p>
                      <a:pPr algn="ctr" rtl="1"/>
                      <a:r>
                        <a:rPr kumimoji="0" lang="ar-SA"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rPr>
                        <a:t>8</a:t>
                      </a:r>
                      <a:endParaRPr kumimoji="0" lang="en-US"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000" b="1" kern="1200" dirty="0">
                          <a:solidFill>
                            <a:schemeClr val="tx1"/>
                          </a:solidFill>
                          <a:latin typeface="Tajawal" panose="00000500000000000000" pitchFamily="2" charset="-78"/>
                          <a:ea typeface="+mn-ea"/>
                          <a:cs typeface="Tajawal" panose="00000500000000000000" pitchFamily="2" charset="-78"/>
                          <a:sym typeface="Cairo" pitchFamily="2" charset="-78"/>
                        </a:rPr>
                        <a:t>الربط مع الجهات الداخلية (عدد 6)</a:t>
                      </a:r>
                      <a:endPar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noProof="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rPr>
                        <a:t>لم يبدأ</a:t>
                      </a:r>
                      <a:endParaRPr kumimoji="0" lang="ar-SA" sz="1000" b="1" i="0" u="none" strike="noStrike" kern="1200" cap="none" spc="0" normalizeH="0" baseline="0" noProof="0" dirty="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163E35"/>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2F2F2"/>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82091567"/>
                  </a:ext>
                </a:extLst>
              </a:tr>
              <a:tr h="0">
                <a:tc vMerge="1">
                  <a:txBody>
                    <a:bodyPr/>
                    <a:lstStyle/>
                    <a:p>
                      <a:pPr algn="ctr" rtl="1"/>
                      <a:endParaRPr kumimoji="0" lang="en-US"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endParaRPr lang="en-US"/>
                    </a:p>
                  </a:txBody>
                  <a:tcPr/>
                </a:tc>
                <a:tc row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000" b="1" kern="1200">
                          <a:solidFill>
                            <a:schemeClr val="tx1"/>
                          </a:solidFill>
                          <a:latin typeface="Tajawal" panose="00000500000000000000" pitchFamily="2" charset="-78"/>
                          <a:ea typeface="+mn-ea"/>
                          <a:cs typeface="Tajawal" panose="00000500000000000000" pitchFamily="2" charset="-78"/>
                          <a:sym typeface="Cairo" pitchFamily="2" charset="-78"/>
                        </a:rPr>
                        <a:t>الربط مع الجهات الخارجية (عدد 4)</a:t>
                      </a:r>
                      <a:endPar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row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noProof="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rPr>
                        <a:t>لم يبدأ</a:t>
                      </a:r>
                      <a:endParaRPr kumimoji="0" lang="ar-SA" sz="1000" b="1" i="0" u="none" strike="noStrike" kern="1200" cap="none" spc="0" normalizeH="0" baseline="0" noProof="0" dirty="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163E35"/>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row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row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row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rowSpan="2">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2F2F2"/>
                    </a:solidFill>
                  </a:tcPr>
                </a:tc>
                <a:tc rowSpan="2">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rowSpan="2">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rowSpan="2">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rowSpan="2">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rowSpan="2">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rowSpan="2">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rowSpan="2">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rowSpan="2">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rowSpan="2">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rowSpan="2">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rowSpan="2">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rowSpan="2">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rowSpan="2">
                  <a:txBody>
                    <a:bodyPr/>
                    <a:lstStyle/>
                    <a:p>
                      <a:pPr algn="ctr" rtl="1"/>
                      <a:endParaRPr lang="en-US" sz="7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61868159"/>
                  </a:ext>
                </a:extLst>
              </a:tr>
              <a:tr h="318018">
                <a:tc>
                  <a:txBody>
                    <a:bodyPr/>
                    <a:lstStyle/>
                    <a:p>
                      <a:pPr algn="ctr" rtl="1"/>
                      <a:r>
                        <a:rPr kumimoji="0" lang="ar-SA"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rPr>
                        <a:t>9</a:t>
                      </a:r>
                      <a:endParaRPr kumimoji="0" lang="en-US"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000" b="1" kern="1200" dirty="0">
                          <a:solidFill>
                            <a:schemeClr val="tx1"/>
                          </a:solidFill>
                          <a:latin typeface="Tajawal" panose="00000500000000000000" pitchFamily="2" charset="-78"/>
                          <a:ea typeface="+mn-ea"/>
                          <a:cs typeface="Tajawal" panose="00000500000000000000" pitchFamily="2" charset="-78"/>
                          <a:sym typeface="Cairo" pitchFamily="2" charset="-78"/>
                        </a:rPr>
                        <a:t>الربط مع الجهات الخارجية (عدد 4)</a:t>
                      </a:r>
                      <a:endPar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163E35"/>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2F2F2"/>
                    </a:solidFill>
                  </a:tcPr>
                </a:tc>
                <a:tc vMerge="1">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algn="ctr" rtl="1"/>
                      <a:endParaRPr lang="en-US" sz="7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32418099"/>
                  </a:ext>
                </a:extLst>
              </a:tr>
              <a:tr h="318018">
                <a:tc>
                  <a:txBody>
                    <a:bodyPr/>
                    <a:lstStyle/>
                    <a:p>
                      <a:pPr algn="ctr" rtl="1"/>
                      <a:r>
                        <a:rPr kumimoji="0" lang="ar-SA"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rPr>
                        <a:t>10</a:t>
                      </a:r>
                      <a:endParaRPr kumimoji="0" lang="en-US"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000" b="1" kern="1200" noProof="0" dirty="0">
                          <a:solidFill>
                            <a:schemeClr val="tx1"/>
                          </a:solidFill>
                          <a:latin typeface="Tajawal" panose="00000500000000000000" pitchFamily="2" charset="-78"/>
                          <a:ea typeface="+mn-ea"/>
                          <a:cs typeface="Tajawal" panose="00000500000000000000" pitchFamily="2" charset="-78"/>
                        </a:rPr>
                        <a:t>تصميم وبناء نظام عرض البيانات</a:t>
                      </a:r>
                      <a:endPar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noProof="0" dirty="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rPr>
                        <a:t>لم يبدأ</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163E35"/>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2F2F2"/>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7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8143321"/>
                  </a:ext>
                </a:extLst>
              </a:tr>
            </a:tbl>
          </a:graphicData>
        </a:graphic>
      </p:graphicFrame>
      <p:sp>
        <p:nvSpPr>
          <p:cNvPr id="13" name="Diamond 12">
            <a:extLst>
              <a:ext uri="{FF2B5EF4-FFF2-40B4-BE49-F238E27FC236}">
                <a16:creationId xmlns:a16="http://schemas.microsoft.com/office/drawing/2014/main" id="{26B3F02C-8808-FC22-5AB2-9C369725F435}"/>
              </a:ext>
            </a:extLst>
          </p:cNvPr>
          <p:cNvSpPr/>
          <p:nvPr/>
        </p:nvSpPr>
        <p:spPr bwMode="auto">
          <a:xfrm>
            <a:off x="7354635" y="5754039"/>
            <a:ext cx="137882" cy="144463"/>
          </a:xfrm>
          <a:prstGeom prst="diamond">
            <a:avLst/>
          </a:prstGeom>
          <a:solidFill>
            <a:schemeClr val="tx2"/>
          </a:solidFill>
          <a:ln>
            <a:noFill/>
          </a:ln>
          <a:effectLst/>
        </p:spPr>
        <p:txBody>
          <a:bodyPr rtlCol="0" anchor="ctr"/>
          <a:lstStyle/>
          <a:p>
            <a:pPr algn="ctr" eaLnBrk="0" fontAlgn="base" hangingPunct="0">
              <a:spcBef>
                <a:spcPct val="0"/>
              </a:spcBef>
              <a:spcAft>
                <a:spcPct val="0"/>
              </a:spcAft>
              <a:buClr>
                <a:srgbClr val="000000"/>
              </a:buClr>
              <a:buFont typeface="Wingdings" pitchFamily="2" charset="2"/>
              <a:buNone/>
            </a:pPr>
            <a:endParaRPr lang="en-GB" sz="1200">
              <a:solidFill>
                <a:srgbClr val="000000"/>
              </a:solidFill>
            </a:endParaRPr>
          </a:p>
        </p:txBody>
      </p:sp>
      <p:grpSp>
        <p:nvGrpSpPr>
          <p:cNvPr id="14" name="Group 13">
            <a:extLst>
              <a:ext uri="{FF2B5EF4-FFF2-40B4-BE49-F238E27FC236}">
                <a16:creationId xmlns:a16="http://schemas.microsoft.com/office/drawing/2014/main" id="{FB99D6DA-117B-C0EA-7870-E934EFB02AD7}"/>
              </a:ext>
            </a:extLst>
          </p:cNvPr>
          <p:cNvGrpSpPr/>
          <p:nvPr/>
        </p:nvGrpSpPr>
        <p:grpSpPr>
          <a:xfrm>
            <a:off x="801261" y="6464027"/>
            <a:ext cx="3336322" cy="411194"/>
            <a:chOff x="801261" y="6464027"/>
            <a:chExt cx="3336322" cy="411194"/>
          </a:xfrm>
        </p:grpSpPr>
        <p:sp>
          <p:nvSpPr>
            <p:cNvPr id="15" name="TextBox 14">
              <a:extLst>
                <a:ext uri="{FF2B5EF4-FFF2-40B4-BE49-F238E27FC236}">
                  <a16:creationId xmlns:a16="http://schemas.microsoft.com/office/drawing/2014/main" id="{72DBDEF4-3007-F235-3EC0-5F3A5976FD97}"/>
                </a:ext>
              </a:extLst>
            </p:cNvPr>
            <p:cNvSpPr txBox="1"/>
            <p:nvPr/>
          </p:nvSpPr>
          <p:spPr>
            <a:xfrm>
              <a:off x="2090022" y="6598222"/>
              <a:ext cx="761389" cy="215444"/>
            </a:xfrm>
            <a:prstGeom prst="rect">
              <a:avLst/>
            </a:prstGeom>
            <a:noFill/>
          </p:spPr>
          <p:txBody>
            <a:bodyPr wrap="square" rtlCol="0">
              <a:spAutoFit/>
            </a:bodyPr>
            <a:lstStyle/>
            <a:p>
              <a:pPr algn="ctr">
                <a:defRPr/>
              </a:pPr>
              <a:r>
                <a:rPr lang="ar-JO" sz="800" kern="0">
                  <a:solidFill>
                    <a:schemeClr val="bg1"/>
                  </a:solidFill>
                </a:rPr>
                <a:t>تم الانتهاء</a:t>
              </a:r>
              <a:endParaRPr lang="en-US" sz="800" kern="0">
                <a:solidFill>
                  <a:schemeClr val="bg1"/>
                </a:solidFill>
              </a:endParaRPr>
            </a:p>
          </p:txBody>
        </p:sp>
        <p:sp>
          <p:nvSpPr>
            <p:cNvPr id="16" name="TextBox 15">
              <a:extLst>
                <a:ext uri="{FF2B5EF4-FFF2-40B4-BE49-F238E27FC236}">
                  <a16:creationId xmlns:a16="http://schemas.microsoft.com/office/drawing/2014/main" id="{F924FA48-B58A-B117-4CE5-D4BFC985C638}"/>
                </a:ext>
              </a:extLst>
            </p:cNvPr>
            <p:cNvSpPr txBox="1"/>
            <p:nvPr/>
          </p:nvSpPr>
          <p:spPr>
            <a:xfrm>
              <a:off x="2733106" y="6598222"/>
              <a:ext cx="761389" cy="215444"/>
            </a:xfrm>
            <a:prstGeom prst="rect">
              <a:avLst/>
            </a:prstGeom>
            <a:noFill/>
          </p:spPr>
          <p:txBody>
            <a:bodyPr wrap="square" rtlCol="0">
              <a:spAutoFit/>
            </a:bodyPr>
            <a:lstStyle/>
            <a:p>
              <a:pPr algn="ctr">
                <a:defRPr/>
              </a:pPr>
              <a:r>
                <a:rPr lang="ar-JO" sz="800" kern="0">
                  <a:solidFill>
                    <a:schemeClr val="bg1"/>
                  </a:solidFill>
                </a:rPr>
                <a:t>قيد التنفيذ</a:t>
              </a:r>
              <a:endParaRPr lang="en-US" sz="800" kern="0">
                <a:solidFill>
                  <a:schemeClr val="bg1"/>
                </a:solidFill>
              </a:endParaRPr>
            </a:p>
          </p:txBody>
        </p:sp>
        <p:sp>
          <p:nvSpPr>
            <p:cNvPr id="17" name="TextBox 16">
              <a:extLst>
                <a:ext uri="{FF2B5EF4-FFF2-40B4-BE49-F238E27FC236}">
                  <a16:creationId xmlns:a16="http://schemas.microsoft.com/office/drawing/2014/main" id="{0AA6849C-219E-EAD2-08D0-E96C170B5456}"/>
                </a:ext>
              </a:extLst>
            </p:cNvPr>
            <p:cNvSpPr txBox="1"/>
            <p:nvPr/>
          </p:nvSpPr>
          <p:spPr>
            <a:xfrm>
              <a:off x="3376194" y="6598222"/>
              <a:ext cx="761389" cy="215444"/>
            </a:xfrm>
            <a:prstGeom prst="rect">
              <a:avLst/>
            </a:prstGeom>
            <a:noFill/>
          </p:spPr>
          <p:txBody>
            <a:bodyPr wrap="square" rtlCol="0">
              <a:spAutoFit/>
            </a:bodyPr>
            <a:lstStyle/>
            <a:p>
              <a:pPr algn="ctr">
                <a:defRPr/>
              </a:pPr>
              <a:r>
                <a:rPr lang="ar-JO" sz="800" kern="0">
                  <a:solidFill>
                    <a:schemeClr val="bg1"/>
                  </a:solidFill>
                </a:rPr>
                <a:t>لم تبدأ</a:t>
              </a:r>
              <a:endParaRPr lang="en-US" sz="800" kern="0">
                <a:solidFill>
                  <a:schemeClr val="bg1"/>
                </a:solidFill>
              </a:endParaRPr>
            </a:p>
          </p:txBody>
        </p:sp>
        <p:sp>
          <p:nvSpPr>
            <p:cNvPr id="18" name="Arrow: Pentagon 4">
              <a:extLst>
                <a:ext uri="{FF2B5EF4-FFF2-40B4-BE49-F238E27FC236}">
                  <a16:creationId xmlns:a16="http://schemas.microsoft.com/office/drawing/2014/main" id="{19B87885-D964-CF4C-D578-407CAF89367A}"/>
                </a:ext>
              </a:extLst>
            </p:cNvPr>
            <p:cNvSpPr/>
            <p:nvPr/>
          </p:nvSpPr>
          <p:spPr>
            <a:xfrm>
              <a:off x="2353429" y="6464027"/>
              <a:ext cx="234574" cy="97972"/>
            </a:xfrm>
            <a:prstGeom prst="homePlate">
              <a:avLst/>
            </a:prstGeom>
            <a:solidFill>
              <a:srgbClr val="048B96"/>
            </a:solid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19" name="Arrow: Pentagon 59">
              <a:extLst>
                <a:ext uri="{FF2B5EF4-FFF2-40B4-BE49-F238E27FC236}">
                  <a16:creationId xmlns:a16="http://schemas.microsoft.com/office/drawing/2014/main" id="{14B2D2F9-30E9-3A94-2B32-DBF05F40BD94}"/>
                </a:ext>
              </a:extLst>
            </p:cNvPr>
            <p:cNvSpPr/>
            <p:nvPr/>
          </p:nvSpPr>
          <p:spPr>
            <a:xfrm>
              <a:off x="2996513" y="6464027"/>
              <a:ext cx="234574" cy="97972"/>
            </a:xfrm>
            <a:prstGeom prst="homePlate">
              <a:avLst/>
            </a:prstGeom>
            <a:solidFill>
              <a:srgbClr val="007464"/>
            </a:solid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20" name="Arrow: Pentagon 60">
              <a:extLst>
                <a:ext uri="{FF2B5EF4-FFF2-40B4-BE49-F238E27FC236}">
                  <a16:creationId xmlns:a16="http://schemas.microsoft.com/office/drawing/2014/main" id="{9FB3F479-800F-13A4-2796-7DA85B111463}"/>
                </a:ext>
              </a:extLst>
            </p:cNvPr>
            <p:cNvSpPr/>
            <p:nvPr/>
          </p:nvSpPr>
          <p:spPr>
            <a:xfrm>
              <a:off x="3639601" y="6464027"/>
              <a:ext cx="234574" cy="97972"/>
            </a:xfrm>
            <a:prstGeom prst="homePlate">
              <a:avLst/>
            </a:prstGeom>
            <a:solidFill>
              <a:srgbClr val="A6A6A6"/>
            </a:solid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21" name="TextBox 20">
              <a:extLst>
                <a:ext uri="{FF2B5EF4-FFF2-40B4-BE49-F238E27FC236}">
                  <a16:creationId xmlns:a16="http://schemas.microsoft.com/office/drawing/2014/main" id="{466AAE60-3E8F-5B4C-A9CF-A0E3310C0ABF}"/>
                </a:ext>
              </a:extLst>
            </p:cNvPr>
            <p:cNvSpPr txBox="1"/>
            <p:nvPr/>
          </p:nvSpPr>
          <p:spPr>
            <a:xfrm>
              <a:off x="1425775" y="6598222"/>
              <a:ext cx="761389" cy="215444"/>
            </a:xfrm>
            <a:prstGeom prst="rect">
              <a:avLst/>
            </a:prstGeom>
            <a:noFill/>
          </p:spPr>
          <p:txBody>
            <a:bodyPr wrap="square" rtlCol="0">
              <a:spAutoFit/>
            </a:bodyPr>
            <a:lstStyle/>
            <a:p>
              <a:pPr algn="ctr">
                <a:defRPr/>
              </a:pPr>
              <a:r>
                <a:rPr lang="ar-JO" sz="800" kern="0">
                  <a:solidFill>
                    <a:schemeClr val="bg1"/>
                  </a:solidFill>
                </a:rPr>
                <a:t>متأخر</a:t>
              </a:r>
              <a:endParaRPr lang="en-US" sz="800" kern="0">
                <a:solidFill>
                  <a:schemeClr val="bg1"/>
                </a:solidFill>
              </a:endParaRPr>
            </a:p>
          </p:txBody>
        </p:sp>
        <p:sp>
          <p:nvSpPr>
            <p:cNvPr id="22" name="Arrow: Pentagon 74">
              <a:extLst>
                <a:ext uri="{FF2B5EF4-FFF2-40B4-BE49-F238E27FC236}">
                  <a16:creationId xmlns:a16="http://schemas.microsoft.com/office/drawing/2014/main" id="{E8C4C0E4-2BE9-3EAA-9CCC-BD02856CB911}"/>
                </a:ext>
              </a:extLst>
            </p:cNvPr>
            <p:cNvSpPr/>
            <p:nvPr/>
          </p:nvSpPr>
          <p:spPr>
            <a:xfrm>
              <a:off x="1689182" y="6464027"/>
              <a:ext cx="234574" cy="97972"/>
            </a:xfrm>
            <a:prstGeom prst="homePlate">
              <a:avLst/>
            </a:prstGeom>
            <a:solidFill>
              <a:srgbClr val="FFC000"/>
            </a:solid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23" name="TextBox 22">
              <a:extLst>
                <a:ext uri="{FF2B5EF4-FFF2-40B4-BE49-F238E27FC236}">
                  <a16:creationId xmlns:a16="http://schemas.microsoft.com/office/drawing/2014/main" id="{A17C6F5C-44DC-B7DD-2BD1-F08458DA22F2}"/>
                </a:ext>
              </a:extLst>
            </p:cNvPr>
            <p:cNvSpPr txBox="1"/>
            <p:nvPr/>
          </p:nvSpPr>
          <p:spPr>
            <a:xfrm>
              <a:off x="801261" y="6536667"/>
              <a:ext cx="761389" cy="338554"/>
            </a:xfrm>
            <a:prstGeom prst="rect">
              <a:avLst/>
            </a:prstGeom>
            <a:noFill/>
          </p:spPr>
          <p:txBody>
            <a:bodyPr wrap="square" rtlCol="0">
              <a:spAutoFit/>
            </a:bodyPr>
            <a:lstStyle/>
            <a:p>
              <a:pPr algn="ctr">
                <a:defRPr/>
              </a:pPr>
              <a:r>
                <a:rPr lang="ar-JO" sz="800" kern="0">
                  <a:solidFill>
                    <a:schemeClr val="bg1"/>
                  </a:solidFill>
                </a:rPr>
                <a:t>متأخر مع معوقات</a:t>
              </a:r>
              <a:endParaRPr lang="en-US" sz="800" kern="0">
                <a:solidFill>
                  <a:schemeClr val="bg1"/>
                </a:solidFill>
              </a:endParaRPr>
            </a:p>
          </p:txBody>
        </p:sp>
        <p:sp>
          <p:nvSpPr>
            <p:cNvPr id="24" name="Arrow: Pentagon 4">
              <a:extLst>
                <a:ext uri="{FF2B5EF4-FFF2-40B4-BE49-F238E27FC236}">
                  <a16:creationId xmlns:a16="http://schemas.microsoft.com/office/drawing/2014/main" id="{C18B0A51-444D-9339-2310-D6A3DCC00683}"/>
                </a:ext>
              </a:extLst>
            </p:cNvPr>
            <p:cNvSpPr/>
            <p:nvPr/>
          </p:nvSpPr>
          <p:spPr>
            <a:xfrm>
              <a:off x="1064668" y="6464027"/>
              <a:ext cx="234574" cy="97972"/>
            </a:xfrm>
            <a:prstGeom prst="homePlate">
              <a:avLst/>
            </a:prstGeom>
            <a:solidFill>
              <a:srgbClr val="FF0000"/>
            </a:solidFill>
            <a:ln w="12700" cap="flat" cmpd="sng" algn="ctr">
              <a:noFill/>
              <a:prstDash val="solid"/>
              <a:miter lim="800000"/>
            </a:ln>
            <a:effectLst/>
          </p:spPr>
          <p:txBody>
            <a:bodyPr rtlCol="0" anchor="ctr"/>
            <a:lstStyle/>
            <a:p>
              <a:pPr algn="ctr">
                <a:defRPr/>
              </a:pPr>
              <a:endParaRPr lang="en-US" kern="0">
                <a:solidFill>
                  <a:prstClr val="white"/>
                </a:solidFill>
              </a:endParaRPr>
            </a:p>
          </p:txBody>
        </p:sp>
      </p:grpSp>
      <p:sp>
        <p:nvSpPr>
          <p:cNvPr id="25" name="Arrow: Pentagon 4">
            <a:extLst>
              <a:ext uri="{FF2B5EF4-FFF2-40B4-BE49-F238E27FC236}">
                <a16:creationId xmlns:a16="http://schemas.microsoft.com/office/drawing/2014/main" id="{1CD3558B-4923-A703-212F-5AA8EFD359F6}"/>
              </a:ext>
            </a:extLst>
          </p:cNvPr>
          <p:cNvSpPr/>
          <p:nvPr/>
        </p:nvSpPr>
        <p:spPr>
          <a:xfrm flipH="1" flipV="1">
            <a:off x="7804696" y="2035870"/>
            <a:ext cx="281518" cy="163460"/>
          </a:xfrm>
          <a:prstGeom prst="homePlate">
            <a:avLst/>
          </a:prstGeom>
          <a:solidFill>
            <a:srgbClr val="048B96"/>
          </a:solidFill>
          <a:ln w="12700" cap="flat" cmpd="sng" algn="ctr">
            <a:noFill/>
            <a:prstDash val="solid"/>
            <a:miter lim="800000"/>
          </a:ln>
          <a:effectLst/>
        </p:spPr>
        <p:txBody>
          <a:bodyPr rtlCol="0" anchor="ctr"/>
          <a:lstStyle/>
          <a:p>
            <a:endParaRPr lang="en-US" sz="800" b="1" kern="0">
              <a:solidFill>
                <a:prstClr val="white"/>
              </a:solidFill>
              <a:cs typeface="Arial" panose="020B0604020202020204" pitchFamily="34" charset="0"/>
            </a:endParaRPr>
          </a:p>
        </p:txBody>
      </p:sp>
      <p:sp>
        <p:nvSpPr>
          <p:cNvPr id="5" name="Text Placeholder 1">
            <a:extLst>
              <a:ext uri="{FF2B5EF4-FFF2-40B4-BE49-F238E27FC236}">
                <a16:creationId xmlns:a16="http://schemas.microsoft.com/office/drawing/2014/main" id="{631C15A0-6F59-5F97-7164-32D343E91E84}"/>
              </a:ext>
            </a:extLst>
          </p:cNvPr>
          <p:cNvSpPr txBox="1">
            <a:spLocks/>
          </p:cNvSpPr>
          <p:nvPr/>
        </p:nvSpPr>
        <p:spPr>
          <a:xfrm>
            <a:off x="4476894" y="470647"/>
            <a:ext cx="3931947" cy="418264"/>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ar-SA" b="1" dirty="0">
                <a:latin typeface="Tajawal" panose="00000500000000000000" pitchFamily="2" charset="-78"/>
                <a:cs typeface="Tajawal" panose="00000500000000000000" pitchFamily="2" charset="-78"/>
              </a:rPr>
              <a:t>الجدول الزمني للمشروع</a:t>
            </a:r>
            <a:endParaRPr lang="en-US" b="1" dirty="0">
              <a:latin typeface="Tajawal" panose="00000500000000000000" pitchFamily="2" charset="-78"/>
              <a:cs typeface="Tajawal" panose="00000500000000000000" pitchFamily="2" charset="-78"/>
            </a:endParaRPr>
          </a:p>
        </p:txBody>
      </p:sp>
      <p:sp>
        <p:nvSpPr>
          <p:cNvPr id="6" name="Arrow: Pentagon 4">
            <a:extLst>
              <a:ext uri="{FF2B5EF4-FFF2-40B4-BE49-F238E27FC236}">
                <a16:creationId xmlns:a16="http://schemas.microsoft.com/office/drawing/2014/main" id="{279F4DB6-5D83-DCC6-2FC3-5C5FE10EFDB7}"/>
              </a:ext>
            </a:extLst>
          </p:cNvPr>
          <p:cNvSpPr/>
          <p:nvPr/>
        </p:nvSpPr>
        <p:spPr>
          <a:xfrm flipH="1" flipV="1">
            <a:off x="7797599" y="2419331"/>
            <a:ext cx="281518" cy="163460"/>
          </a:xfrm>
          <a:prstGeom prst="homePlate">
            <a:avLst/>
          </a:prstGeom>
          <a:solidFill>
            <a:srgbClr val="FF0000"/>
          </a:solidFill>
          <a:ln w="12700" cap="flat" cmpd="sng" algn="ctr">
            <a:noFill/>
            <a:prstDash val="solid"/>
            <a:miter lim="800000"/>
          </a:ln>
          <a:effectLst/>
        </p:spPr>
        <p:txBody>
          <a:bodyPr rtlCol="0" anchor="ctr"/>
          <a:lstStyle/>
          <a:p>
            <a:endParaRPr lang="en-US" sz="800" b="1" kern="0">
              <a:solidFill>
                <a:prstClr val="white"/>
              </a:solidFill>
              <a:cs typeface="Arial" panose="020B0604020202020204" pitchFamily="34" charset="0"/>
            </a:endParaRPr>
          </a:p>
        </p:txBody>
      </p:sp>
      <p:sp>
        <p:nvSpPr>
          <p:cNvPr id="7" name="Arrow: Pentagon 4">
            <a:extLst>
              <a:ext uri="{FF2B5EF4-FFF2-40B4-BE49-F238E27FC236}">
                <a16:creationId xmlns:a16="http://schemas.microsoft.com/office/drawing/2014/main" id="{DA38ADC0-1857-B10A-E852-F75EF8268107}"/>
              </a:ext>
            </a:extLst>
          </p:cNvPr>
          <p:cNvSpPr/>
          <p:nvPr/>
        </p:nvSpPr>
        <p:spPr>
          <a:xfrm flipH="1" flipV="1">
            <a:off x="7298575" y="2790797"/>
            <a:ext cx="539473" cy="163460"/>
          </a:xfrm>
          <a:prstGeom prst="homePlate">
            <a:avLst/>
          </a:prstGeom>
          <a:solidFill>
            <a:srgbClr val="FF0000"/>
          </a:solidFill>
          <a:ln w="12700" cap="flat" cmpd="sng" algn="ctr">
            <a:noFill/>
            <a:prstDash val="solid"/>
            <a:miter lim="800000"/>
          </a:ln>
          <a:effectLst/>
        </p:spPr>
        <p:txBody>
          <a:bodyPr rtlCol="0" anchor="ctr"/>
          <a:lstStyle/>
          <a:p>
            <a:endParaRPr lang="en-US" sz="800" b="1" kern="0">
              <a:solidFill>
                <a:prstClr val="white"/>
              </a:solidFill>
              <a:cs typeface="Arial" panose="020B0604020202020204" pitchFamily="34" charset="0"/>
            </a:endParaRPr>
          </a:p>
        </p:txBody>
      </p:sp>
      <p:sp>
        <p:nvSpPr>
          <p:cNvPr id="8" name="Arrow: Pentagon 4">
            <a:extLst>
              <a:ext uri="{FF2B5EF4-FFF2-40B4-BE49-F238E27FC236}">
                <a16:creationId xmlns:a16="http://schemas.microsoft.com/office/drawing/2014/main" id="{B32A1CA9-26DD-27CF-CA62-3AB41B0C2281}"/>
              </a:ext>
            </a:extLst>
          </p:cNvPr>
          <p:cNvSpPr/>
          <p:nvPr/>
        </p:nvSpPr>
        <p:spPr>
          <a:xfrm flipH="1" flipV="1">
            <a:off x="7054734" y="3158015"/>
            <a:ext cx="783313" cy="163460"/>
          </a:xfrm>
          <a:prstGeom prst="homePlate">
            <a:avLst/>
          </a:prstGeom>
          <a:solidFill>
            <a:srgbClr val="FF0000"/>
          </a:solidFill>
          <a:ln w="12700" cap="flat" cmpd="sng" algn="ctr">
            <a:noFill/>
            <a:prstDash val="solid"/>
            <a:miter lim="800000"/>
          </a:ln>
          <a:effectLst/>
        </p:spPr>
        <p:txBody>
          <a:bodyPr rtlCol="0" anchor="ctr"/>
          <a:lstStyle/>
          <a:p>
            <a:endParaRPr lang="en-US" sz="800" b="1" kern="0">
              <a:solidFill>
                <a:prstClr val="white"/>
              </a:solidFill>
              <a:cs typeface="Arial" panose="020B0604020202020204" pitchFamily="34" charset="0"/>
            </a:endParaRPr>
          </a:p>
        </p:txBody>
      </p:sp>
      <p:sp>
        <p:nvSpPr>
          <p:cNvPr id="9" name="Arrow: Pentagon 4">
            <a:extLst>
              <a:ext uri="{FF2B5EF4-FFF2-40B4-BE49-F238E27FC236}">
                <a16:creationId xmlns:a16="http://schemas.microsoft.com/office/drawing/2014/main" id="{FFD265A0-72AE-5EA3-0361-C564D90D85FD}"/>
              </a:ext>
            </a:extLst>
          </p:cNvPr>
          <p:cNvSpPr/>
          <p:nvPr/>
        </p:nvSpPr>
        <p:spPr>
          <a:xfrm flipH="1" flipV="1">
            <a:off x="7547955" y="3531091"/>
            <a:ext cx="478512" cy="163460"/>
          </a:xfrm>
          <a:prstGeom prst="homePlate">
            <a:avLst/>
          </a:prstGeom>
          <a:solidFill>
            <a:srgbClr val="F04C3E"/>
          </a:solidFill>
          <a:ln w="12700" cap="flat" cmpd="sng" algn="ctr">
            <a:noFill/>
            <a:prstDash val="solid"/>
            <a:miter lim="800000"/>
          </a:ln>
          <a:effectLst/>
        </p:spPr>
        <p:txBody>
          <a:bodyPr rtlCol="0" anchor="ctr"/>
          <a:lstStyle/>
          <a:p>
            <a:endParaRPr lang="en-US" sz="800" b="1" kern="0">
              <a:solidFill>
                <a:prstClr val="white"/>
              </a:solidFill>
              <a:cs typeface="Arial" panose="020B0604020202020204" pitchFamily="34" charset="0"/>
            </a:endParaRPr>
          </a:p>
        </p:txBody>
      </p:sp>
      <p:sp>
        <p:nvSpPr>
          <p:cNvPr id="10" name="Arrow: Pentagon 4">
            <a:extLst>
              <a:ext uri="{FF2B5EF4-FFF2-40B4-BE49-F238E27FC236}">
                <a16:creationId xmlns:a16="http://schemas.microsoft.com/office/drawing/2014/main" id="{836654E2-295C-ACFF-7220-7A9C41EBF3C1}"/>
              </a:ext>
            </a:extLst>
          </p:cNvPr>
          <p:cNvSpPr/>
          <p:nvPr/>
        </p:nvSpPr>
        <p:spPr>
          <a:xfrm flipH="1" flipV="1">
            <a:off x="6777646" y="3912942"/>
            <a:ext cx="869207" cy="163460"/>
          </a:xfrm>
          <a:prstGeom prst="homePlate">
            <a:avLst/>
          </a:prstGeom>
          <a:solidFill>
            <a:srgbClr val="FFC000"/>
          </a:solidFill>
          <a:ln w="12700" cap="flat" cmpd="sng" algn="ctr">
            <a:noFill/>
            <a:prstDash val="solid"/>
            <a:miter lim="800000"/>
          </a:ln>
          <a:effectLst/>
        </p:spPr>
        <p:txBody>
          <a:bodyPr rtlCol="0" anchor="ctr"/>
          <a:lstStyle/>
          <a:p>
            <a:endParaRPr lang="en-US" sz="800" b="1" kern="0">
              <a:solidFill>
                <a:prstClr val="white"/>
              </a:solidFill>
              <a:cs typeface="Arial" panose="020B0604020202020204" pitchFamily="34" charset="0"/>
            </a:endParaRPr>
          </a:p>
        </p:txBody>
      </p:sp>
      <p:cxnSp>
        <p:nvCxnSpPr>
          <p:cNvPr id="12" name="Straight Connector 11">
            <a:extLst>
              <a:ext uri="{FF2B5EF4-FFF2-40B4-BE49-F238E27FC236}">
                <a16:creationId xmlns:a16="http://schemas.microsoft.com/office/drawing/2014/main" id="{FFA115D3-BFD3-7910-5C66-34B7496042EA}"/>
              </a:ext>
            </a:extLst>
          </p:cNvPr>
          <p:cNvCxnSpPr/>
          <p:nvPr/>
        </p:nvCxnSpPr>
        <p:spPr>
          <a:xfrm>
            <a:off x="7410303" y="1859845"/>
            <a:ext cx="0" cy="3840480"/>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2" name="TextBox 31">
            <a:extLst>
              <a:ext uri="{FF2B5EF4-FFF2-40B4-BE49-F238E27FC236}">
                <a16:creationId xmlns:a16="http://schemas.microsoft.com/office/drawing/2014/main" id="{AAE05718-DE63-0989-B068-CFE810CED69E}"/>
              </a:ext>
            </a:extLst>
          </p:cNvPr>
          <p:cNvSpPr txBox="1"/>
          <p:nvPr/>
        </p:nvSpPr>
        <p:spPr>
          <a:xfrm>
            <a:off x="7018107" y="5908926"/>
            <a:ext cx="860879" cy="253916"/>
          </a:xfrm>
          <a:prstGeom prst="rect">
            <a:avLst/>
          </a:prstGeom>
          <a:noFill/>
        </p:spPr>
        <p:txBody>
          <a:bodyPr wrap="square" rtlCol="0">
            <a:spAutoFit/>
          </a:bodyPr>
          <a:lstStyle/>
          <a:p>
            <a:r>
              <a:rPr lang="ar-LB" sz="1050" dirty="0">
                <a:latin typeface="Tajawal" panose="00000500000000000000" pitchFamily="2" charset="-78"/>
                <a:cs typeface="Tajawal" panose="00000500000000000000" pitchFamily="2" charset="-78"/>
              </a:rPr>
              <a:t>17</a:t>
            </a:r>
            <a:r>
              <a:rPr lang="en-US" sz="1050" dirty="0">
                <a:latin typeface="Tajawal" panose="00000500000000000000" pitchFamily="2" charset="-78"/>
                <a:cs typeface="Tajawal" panose="00000500000000000000" pitchFamily="2" charset="-78"/>
              </a:rPr>
              <a:t>/02/2026</a:t>
            </a:r>
          </a:p>
        </p:txBody>
      </p:sp>
      <p:sp>
        <p:nvSpPr>
          <p:cNvPr id="33" name="Arrow: Pentagon 4">
            <a:extLst>
              <a:ext uri="{FF2B5EF4-FFF2-40B4-BE49-F238E27FC236}">
                <a16:creationId xmlns:a16="http://schemas.microsoft.com/office/drawing/2014/main" id="{E4F6FDE6-2457-CCDB-04F0-5AB9F53F6811}"/>
              </a:ext>
            </a:extLst>
          </p:cNvPr>
          <p:cNvSpPr/>
          <p:nvPr/>
        </p:nvSpPr>
        <p:spPr>
          <a:xfrm flipH="1" flipV="1">
            <a:off x="3834937" y="4309181"/>
            <a:ext cx="2761741" cy="168607"/>
          </a:xfrm>
          <a:prstGeom prst="homePlate">
            <a:avLst/>
          </a:prstGeom>
          <a:solidFill>
            <a:srgbClr val="A6A6A6"/>
          </a:solidFill>
          <a:ln w="12700" cap="flat" cmpd="sng" algn="ctr">
            <a:noFill/>
            <a:prstDash val="solid"/>
            <a:miter lim="800000"/>
          </a:ln>
          <a:effectLst/>
        </p:spPr>
        <p:txBody>
          <a:bodyPr rtlCol="0" anchor="ctr"/>
          <a:lstStyle/>
          <a:p>
            <a:endParaRPr lang="en-US" sz="800" b="1" kern="0">
              <a:solidFill>
                <a:prstClr val="white"/>
              </a:solidFill>
              <a:cs typeface="Arial" panose="020B0604020202020204" pitchFamily="34" charset="0"/>
            </a:endParaRPr>
          </a:p>
        </p:txBody>
      </p:sp>
      <p:sp>
        <p:nvSpPr>
          <p:cNvPr id="34" name="Arrow: Pentagon 4">
            <a:extLst>
              <a:ext uri="{FF2B5EF4-FFF2-40B4-BE49-F238E27FC236}">
                <a16:creationId xmlns:a16="http://schemas.microsoft.com/office/drawing/2014/main" id="{39272A03-288E-2E57-D3F5-A245B12D0D1E}"/>
              </a:ext>
            </a:extLst>
          </p:cNvPr>
          <p:cNvSpPr/>
          <p:nvPr/>
        </p:nvSpPr>
        <p:spPr>
          <a:xfrm flipH="1" flipV="1">
            <a:off x="3834936" y="4732498"/>
            <a:ext cx="528765" cy="168607"/>
          </a:xfrm>
          <a:prstGeom prst="homePlate">
            <a:avLst/>
          </a:prstGeom>
          <a:solidFill>
            <a:srgbClr val="A6A6A6"/>
          </a:solidFill>
          <a:ln w="12700" cap="flat" cmpd="sng" algn="ctr">
            <a:noFill/>
            <a:prstDash val="solid"/>
            <a:miter lim="800000"/>
          </a:ln>
          <a:effectLst/>
        </p:spPr>
        <p:txBody>
          <a:bodyPr rtlCol="0" anchor="ctr"/>
          <a:lstStyle/>
          <a:p>
            <a:endParaRPr lang="en-US" sz="800" b="1" kern="0">
              <a:solidFill>
                <a:prstClr val="white"/>
              </a:solidFill>
              <a:cs typeface="Arial" panose="020B0604020202020204" pitchFamily="34" charset="0"/>
            </a:endParaRPr>
          </a:p>
        </p:txBody>
      </p:sp>
      <p:sp>
        <p:nvSpPr>
          <p:cNvPr id="35" name="Arrow: Pentagon 4">
            <a:extLst>
              <a:ext uri="{FF2B5EF4-FFF2-40B4-BE49-F238E27FC236}">
                <a16:creationId xmlns:a16="http://schemas.microsoft.com/office/drawing/2014/main" id="{BA1A2386-D227-2C41-B78F-773489847D86}"/>
              </a:ext>
            </a:extLst>
          </p:cNvPr>
          <p:cNvSpPr/>
          <p:nvPr/>
        </p:nvSpPr>
        <p:spPr>
          <a:xfrm flipH="1" flipV="1">
            <a:off x="3834936" y="5115481"/>
            <a:ext cx="528765" cy="168607"/>
          </a:xfrm>
          <a:prstGeom prst="homePlate">
            <a:avLst/>
          </a:prstGeom>
          <a:solidFill>
            <a:srgbClr val="A6A6A6"/>
          </a:solidFill>
          <a:ln w="12700" cap="flat" cmpd="sng" algn="ctr">
            <a:noFill/>
            <a:prstDash val="solid"/>
            <a:miter lim="800000"/>
          </a:ln>
          <a:effectLst/>
        </p:spPr>
        <p:txBody>
          <a:bodyPr rtlCol="0" anchor="ctr"/>
          <a:lstStyle/>
          <a:p>
            <a:endParaRPr lang="en-US" sz="800" b="1" kern="0">
              <a:solidFill>
                <a:prstClr val="white"/>
              </a:solidFill>
              <a:cs typeface="Arial" panose="020B0604020202020204" pitchFamily="34" charset="0"/>
            </a:endParaRPr>
          </a:p>
        </p:txBody>
      </p:sp>
      <p:sp>
        <p:nvSpPr>
          <p:cNvPr id="36" name="Arrow: Pentagon 4">
            <a:extLst>
              <a:ext uri="{FF2B5EF4-FFF2-40B4-BE49-F238E27FC236}">
                <a16:creationId xmlns:a16="http://schemas.microsoft.com/office/drawing/2014/main" id="{01133CCC-B53C-0682-9007-F620A2A41F36}"/>
              </a:ext>
            </a:extLst>
          </p:cNvPr>
          <p:cNvSpPr/>
          <p:nvPr/>
        </p:nvSpPr>
        <p:spPr>
          <a:xfrm flipH="1" flipV="1">
            <a:off x="3756887" y="5465526"/>
            <a:ext cx="605159" cy="168606"/>
          </a:xfrm>
          <a:prstGeom prst="homePlate">
            <a:avLst/>
          </a:prstGeom>
          <a:solidFill>
            <a:srgbClr val="A6A6A6"/>
          </a:solidFill>
          <a:ln w="12700" cap="flat" cmpd="sng" algn="ctr">
            <a:noFill/>
            <a:prstDash val="solid"/>
            <a:miter lim="800000"/>
          </a:ln>
          <a:effectLst/>
        </p:spPr>
        <p:txBody>
          <a:bodyPr rtlCol="0" anchor="ctr"/>
          <a:lstStyle/>
          <a:p>
            <a:endParaRPr lang="en-US" sz="800" b="1" kern="0">
              <a:solidFill>
                <a:prstClr val="white"/>
              </a:solidFill>
              <a:cs typeface="Arial" panose="020B0604020202020204" pitchFamily="34" charset="0"/>
            </a:endParaRPr>
          </a:p>
        </p:txBody>
      </p:sp>
    </p:spTree>
    <p:extLst>
      <p:ext uri="{BB962C8B-B14F-4D97-AF65-F5344CB8AC3E}">
        <p14:creationId xmlns:p14="http://schemas.microsoft.com/office/powerpoint/2010/main" val="244900771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32A9E-72B7-944D-1A77-069BFBA6E6C7}"/>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DC9F2E5-631B-6086-3C96-F107216C8FD0}"/>
              </a:ext>
            </a:extLst>
          </p:cNvPr>
          <p:cNvGraphicFramePr>
            <a:graphicFrameLocks noGrp="1"/>
          </p:cNvGraphicFramePr>
          <p:nvPr>
            <p:extLst>
              <p:ext uri="{D42A27DB-BD31-4B8C-83A1-F6EECF244321}">
                <p14:modId xmlns:p14="http://schemas.microsoft.com/office/powerpoint/2010/main" val="2886822748"/>
              </p:ext>
            </p:extLst>
          </p:nvPr>
        </p:nvGraphicFramePr>
        <p:xfrm>
          <a:off x="116212" y="1114381"/>
          <a:ext cx="11959576" cy="4444713"/>
        </p:xfrm>
        <a:graphic>
          <a:graphicData uri="http://schemas.openxmlformats.org/drawingml/2006/table">
            <a:tbl>
              <a:tblPr rtl="1" firstRow="1" bandRow="1">
                <a:effectLst>
                  <a:outerShdw blurRad="50800" dist="38100" dir="2700000" algn="tl" rotWithShape="0">
                    <a:prstClr val="black">
                      <a:alpha val="8000"/>
                    </a:prstClr>
                  </a:outerShdw>
                </a:effectLst>
                <a:tableStyleId>{5C22544A-7EE6-4342-B048-85BDC9FD1C3A}</a:tableStyleId>
              </a:tblPr>
              <a:tblGrid>
                <a:gridCol w="293305">
                  <a:extLst>
                    <a:ext uri="{9D8B030D-6E8A-4147-A177-3AD203B41FA5}">
                      <a16:colId xmlns:a16="http://schemas.microsoft.com/office/drawing/2014/main" val="301911790"/>
                    </a:ext>
                  </a:extLst>
                </a:gridCol>
                <a:gridCol w="978541">
                  <a:extLst>
                    <a:ext uri="{9D8B030D-6E8A-4147-A177-3AD203B41FA5}">
                      <a16:colId xmlns:a16="http://schemas.microsoft.com/office/drawing/2014/main" val="2314276677"/>
                    </a:ext>
                  </a:extLst>
                </a:gridCol>
                <a:gridCol w="1930913">
                  <a:extLst>
                    <a:ext uri="{9D8B030D-6E8A-4147-A177-3AD203B41FA5}">
                      <a16:colId xmlns:a16="http://schemas.microsoft.com/office/drawing/2014/main" val="1440130488"/>
                    </a:ext>
                  </a:extLst>
                </a:gridCol>
                <a:gridCol w="776433">
                  <a:extLst>
                    <a:ext uri="{9D8B030D-6E8A-4147-A177-3AD203B41FA5}">
                      <a16:colId xmlns:a16="http://schemas.microsoft.com/office/drawing/2014/main" val="2455662797"/>
                    </a:ext>
                  </a:extLst>
                </a:gridCol>
                <a:gridCol w="430650">
                  <a:extLst>
                    <a:ext uri="{9D8B030D-6E8A-4147-A177-3AD203B41FA5}">
                      <a16:colId xmlns:a16="http://schemas.microsoft.com/office/drawing/2014/main" val="1475530516"/>
                    </a:ext>
                  </a:extLst>
                </a:gridCol>
                <a:gridCol w="437728">
                  <a:extLst>
                    <a:ext uri="{9D8B030D-6E8A-4147-A177-3AD203B41FA5}">
                      <a16:colId xmlns:a16="http://schemas.microsoft.com/office/drawing/2014/main" val="3948434064"/>
                    </a:ext>
                  </a:extLst>
                </a:gridCol>
                <a:gridCol w="437727">
                  <a:extLst>
                    <a:ext uri="{9D8B030D-6E8A-4147-A177-3AD203B41FA5}">
                      <a16:colId xmlns:a16="http://schemas.microsoft.com/office/drawing/2014/main" val="43820072"/>
                    </a:ext>
                  </a:extLst>
                </a:gridCol>
                <a:gridCol w="426646">
                  <a:extLst>
                    <a:ext uri="{9D8B030D-6E8A-4147-A177-3AD203B41FA5}">
                      <a16:colId xmlns:a16="http://schemas.microsoft.com/office/drawing/2014/main" val="907022506"/>
                    </a:ext>
                  </a:extLst>
                </a:gridCol>
                <a:gridCol w="448810">
                  <a:extLst>
                    <a:ext uri="{9D8B030D-6E8A-4147-A177-3AD203B41FA5}">
                      <a16:colId xmlns:a16="http://schemas.microsoft.com/office/drawing/2014/main" val="1991027552"/>
                    </a:ext>
                  </a:extLst>
                </a:gridCol>
                <a:gridCol w="443268">
                  <a:extLst>
                    <a:ext uri="{9D8B030D-6E8A-4147-A177-3AD203B41FA5}">
                      <a16:colId xmlns:a16="http://schemas.microsoft.com/office/drawing/2014/main" val="1348320845"/>
                    </a:ext>
                  </a:extLst>
                </a:gridCol>
                <a:gridCol w="470973">
                  <a:extLst>
                    <a:ext uri="{9D8B030D-6E8A-4147-A177-3AD203B41FA5}">
                      <a16:colId xmlns:a16="http://schemas.microsoft.com/office/drawing/2014/main" val="2868218263"/>
                    </a:ext>
                  </a:extLst>
                </a:gridCol>
                <a:gridCol w="444577">
                  <a:extLst>
                    <a:ext uri="{9D8B030D-6E8A-4147-A177-3AD203B41FA5}">
                      <a16:colId xmlns:a16="http://schemas.microsoft.com/office/drawing/2014/main" val="957842929"/>
                    </a:ext>
                  </a:extLst>
                </a:gridCol>
                <a:gridCol w="443610">
                  <a:extLst>
                    <a:ext uri="{9D8B030D-6E8A-4147-A177-3AD203B41FA5}">
                      <a16:colId xmlns:a16="http://schemas.microsoft.com/office/drawing/2014/main" val="272256764"/>
                    </a:ext>
                  </a:extLst>
                </a:gridCol>
                <a:gridCol w="421178">
                  <a:extLst>
                    <a:ext uri="{9D8B030D-6E8A-4147-A177-3AD203B41FA5}">
                      <a16:colId xmlns:a16="http://schemas.microsoft.com/office/drawing/2014/main" val="2265221158"/>
                    </a:ext>
                  </a:extLst>
                </a:gridCol>
                <a:gridCol w="435576">
                  <a:extLst>
                    <a:ext uri="{9D8B030D-6E8A-4147-A177-3AD203B41FA5}">
                      <a16:colId xmlns:a16="http://schemas.microsoft.com/office/drawing/2014/main" val="3481081713"/>
                    </a:ext>
                  </a:extLst>
                </a:gridCol>
                <a:gridCol w="448888">
                  <a:extLst>
                    <a:ext uri="{9D8B030D-6E8A-4147-A177-3AD203B41FA5}">
                      <a16:colId xmlns:a16="http://schemas.microsoft.com/office/drawing/2014/main" val="2171186599"/>
                    </a:ext>
                  </a:extLst>
                </a:gridCol>
                <a:gridCol w="432630">
                  <a:extLst>
                    <a:ext uri="{9D8B030D-6E8A-4147-A177-3AD203B41FA5}">
                      <a16:colId xmlns:a16="http://schemas.microsoft.com/office/drawing/2014/main" val="1010187179"/>
                    </a:ext>
                  </a:extLst>
                </a:gridCol>
                <a:gridCol w="454061">
                  <a:extLst>
                    <a:ext uri="{9D8B030D-6E8A-4147-A177-3AD203B41FA5}">
                      <a16:colId xmlns:a16="http://schemas.microsoft.com/office/drawing/2014/main" val="1154603591"/>
                    </a:ext>
                  </a:extLst>
                </a:gridCol>
                <a:gridCol w="451114">
                  <a:extLst>
                    <a:ext uri="{9D8B030D-6E8A-4147-A177-3AD203B41FA5}">
                      <a16:colId xmlns:a16="http://schemas.microsoft.com/office/drawing/2014/main" val="3805279175"/>
                    </a:ext>
                  </a:extLst>
                </a:gridCol>
                <a:gridCol w="432262">
                  <a:extLst>
                    <a:ext uri="{9D8B030D-6E8A-4147-A177-3AD203B41FA5}">
                      <a16:colId xmlns:a16="http://schemas.microsoft.com/office/drawing/2014/main" val="992770991"/>
                    </a:ext>
                  </a:extLst>
                </a:gridCol>
                <a:gridCol w="471798">
                  <a:extLst>
                    <a:ext uri="{9D8B030D-6E8A-4147-A177-3AD203B41FA5}">
                      <a16:colId xmlns:a16="http://schemas.microsoft.com/office/drawing/2014/main" val="2135967041"/>
                    </a:ext>
                  </a:extLst>
                </a:gridCol>
                <a:gridCol w="448888">
                  <a:extLst>
                    <a:ext uri="{9D8B030D-6E8A-4147-A177-3AD203B41FA5}">
                      <a16:colId xmlns:a16="http://schemas.microsoft.com/office/drawing/2014/main" val="1966324798"/>
                    </a:ext>
                  </a:extLst>
                </a:gridCol>
              </a:tblGrid>
              <a:tr h="381167">
                <a:tc gridSpan="4">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ar-SA" sz="1600" b="1" i="0" u="none" strike="noStrike" kern="0" cap="none" dirty="0">
                          <a:solidFill>
                            <a:schemeClr val="tx1"/>
                          </a:solidFill>
                          <a:latin typeface="Tajawal" panose="00000500000000000000" pitchFamily="2" charset="-78"/>
                          <a:ea typeface="+mn-ea"/>
                          <a:cs typeface="Tajawal" panose="00000500000000000000" pitchFamily="2" charset="-78"/>
                          <a:sym typeface="Arial"/>
                        </a:rPr>
                        <a:t>نسبة الإنجاز المتوق</a:t>
                      </a:r>
                      <a:endParaRPr lang="en-US" sz="1600" b="1" i="0" u="none" strike="noStrike" kern="0" cap="none" dirty="0">
                        <a:solidFill>
                          <a:schemeClr val="tx1"/>
                        </a:solidFill>
                        <a:latin typeface="Tajawal" panose="00000500000000000000" pitchFamily="2" charset="-78"/>
                        <a:ea typeface="+mn-ea"/>
                        <a:cs typeface="Tajawal" panose="00000500000000000000" pitchFamily="2" charset="-78"/>
                        <a:sym typeface="Arial"/>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endParaRPr lang="en-US" sz="1200" b="1" i="0" u="none" strike="noStrike" kern="0" cap="none">
                        <a:solidFill>
                          <a:schemeClr val="bg1"/>
                        </a:solidFill>
                        <a:latin typeface="Sakkal Majalla" panose="02000000000000000000" pitchFamily="2" charset="-78"/>
                        <a:ea typeface="+mn-ea"/>
                        <a:cs typeface="Sakkal Majalla" panose="02000000000000000000" pitchFamily="2" charset="-78"/>
                        <a:sym typeface="Arial"/>
                      </a:endParaRPr>
                    </a:p>
                  </a:txBody>
                  <a:tcPr marL="45720" marR="4572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1400" b="1" kern="0" dirty="0">
                          <a:solidFill>
                            <a:schemeClr val="bg1"/>
                          </a:solidFill>
                          <a:latin typeface="Tajawal" panose="00000500000000000000" pitchFamily="2" charset="-78"/>
                          <a:ea typeface="+mj-ea"/>
                          <a:cs typeface="Tajawal" panose="00000500000000000000" pitchFamily="2" charset="-78"/>
                          <a:sym typeface="Arial"/>
                        </a:rPr>
                        <a:t>Q1 - 2026</a:t>
                      </a:r>
                      <a:endParaRPr lang="ar-SA" sz="1400" b="1" kern="0" dirty="0">
                        <a:solidFill>
                          <a:schemeClr val="bg1"/>
                        </a:solidFill>
                        <a:latin typeface="Tajawal" panose="00000500000000000000" pitchFamily="2" charset="-78"/>
                        <a:ea typeface="+mj-ea"/>
                        <a:cs typeface="Tajawal" panose="00000500000000000000" pitchFamily="2" charset="-78"/>
                        <a:sym typeface="Arial"/>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en-US"/>
                    </a:p>
                  </a:txBody>
                  <a:tcPr/>
                </a:tc>
                <a:tc hMerge="1">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endParaRPr lang="ar-SA" sz="600" b="0" i="0" u="none" strike="noStrike" kern="0" cap="none">
                        <a:solidFill>
                          <a:schemeClr val="bg1"/>
                        </a:solidFill>
                        <a:latin typeface="TheMixArabic Plain" panose="020B0502050302020203" pitchFamily="34" charset="-78"/>
                        <a:ea typeface="+mn-ea"/>
                        <a:cs typeface="TheMixArabic Plain" panose="020B0502050302020203" pitchFamily="34" charset="-78"/>
                        <a:sym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lang="en-US" sz="1400" b="1" kern="0" dirty="0">
                          <a:solidFill>
                            <a:schemeClr val="bg1"/>
                          </a:solidFill>
                          <a:latin typeface="Tajawal" panose="00000500000000000000" pitchFamily="2" charset="-78"/>
                          <a:ea typeface="+mj-ea"/>
                          <a:cs typeface="Tajawal" panose="00000500000000000000" pitchFamily="2" charset="-78"/>
                          <a:sym typeface="Arial"/>
                        </a:rPr>
                        <a:t>Q2 - 2026</a:t>
                      </a:r>
                      <a:endParaRPr sz="1400" b="1" kern="0" dirty="0">
                        <a:solidFill>
                          <a:schemeClr val="bg1"/>
                        </a:solidFill>
                        <a:latin typeface="Tajawal" panose="00000500000000000000" pitchFamily="2" charset="-78"/>
                        <a:ea typeface="+mj-ea"/>
                        <a:cs typeface="Tajawal" panose="00000500000000000000" pitchFamily="2" charset="-78"/>
                        <a:sym typeface="Arial"/>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75000"/>
                      </a:schemeClr>
                    </a:solidFill>
                  </a:tcPr>
                </a:tc>
                <a:tc hMerge="1">
                  <a:txBody>
                    <a:bodyPr/>
                    <a:lstStyle/>
                    <a:p>
                      <a:endParaRPr lang="en-GB"/>
                    </a:p>
                  </a:txBody>
                  <a:tcPr>
                    <a:lnL w="28575"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215E71"/>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215E71"/>
                    </a:solid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gridSpan="3">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1400" b="1" kern="0" dirty="0">
                          <a:solidFill>
                            <a:schemeClr val="bg1"/>
                          </a:solidFill>
                          <a:latin typeface="Tajawal" panose="00000500000000000000" pitchFamily="2" charset="-78"/>
                          <a:ea typeface="+mj-ea"/>
                          <a:cs typeface="Tajawal" panose="00000500000000000000" pitchFamily="2" charset="-78"/>
                          <a:sym typeface="Arial"/>
                        </a:rPr>
                        <a:t>Q3 - 2026</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1D3843"/>
                    </a:solidFill>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gridSpan="3">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1400" b="1" kern="0" dirty="0">
                          <a:solidFill>
                            <a:schemeClr val="bg1"/>
                          </a:solidFill>
                          <a:latin typeface="Tajawal" panose="00000500000000000000" pitchFamily="2" charset="-78"/>
                          <a:ea typeface="+mj-ea"/>
                          <a:cs typeface="Tajawal" panose="00000500000000000000" pitchFamily="2" charset="-78"/>
                          <a:sym typeface="Arial"/>
                        </a:rPr>
                        <a:t>Q4 - 2026</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1D3843"/>
                    </a:solidFill>
                  </a:tcPr>
                </a:tc>
                <a:tc hMerge="1">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endParaRPr sz="600" b="0" i="0" u="none" strike="noStrike" kern="0" cap="none">
                        <a:solidFill>
                          <a:schemeClr val="bg1"/>
                        </a:solidFill>
                        <a:latin typeface="TheMixArabic Plain" panose="020B0502050302020203" pitchFamily="34" charset="-78"/>
                        <a:ea typeface="+mn-ea"/>
                        <a:cs typeface="TheMixArabic Plain" panose="020B0502050302020203" pitchFamily="34" charset="-78"/>
                        <a:sym typeface="Arial"/>
                      </a:endParaRPr>
                    </a:p>
                  </a:txBody>
                  <a:tcPr marL="45720" marR="45720" anchor="ctr">
                    <a:lnL w="28575" cap="flat" cmpd="sng" algn="ctr">
                      <a:solidFill>
                        <a:schemeClr val="bg1"/>
                      </a:solidFill>
                      <a:prstDash val="solid"/>
                      <a:round/>
                      <a:headEnd type="none" w="med" len="med"/>
                      <a:tailEnd type="none" w="med" len="med"/>
                    </a:lnL>
                  </a:tcPr>
                </a:tc>
                <a:tc hMerge="1">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endParaRPr lang="ar-SA" sz="600" b="0" i="0" u="none" strike="noStrike" kern="0" cap="none" dirty="0">
                        <a:solidFill>
                          <a:schemeClr val="bg1"/>
                        </a:solidFill>
                        <a:latin typeface="TheMixArabic Plain" panose="020B0502050302020203" pitchFamily="34" charset="-78"/>
                        <a:ea typeface="+mn-ea"/>
                        <a:cs typeface="TheMixArabic Plain" panose="020B0502050302020203" pitchFamily="34" charset="-78"/>
                        <a:sym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gridSpan="3">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GB" sz="1400" b="1" kern="0" dirty="0">
                          <a:solidFill>
                            <a:schemeClr val="bg1"/>
                          </a:solidFill>
                          <a:latin typeface="Tajawal" panose="00000500000000000000" pitchFamily="2" charset="-78"/>
                          <a:ea typeface="+mj-ea"/>
                          <a:cs typeface="Tajawal" panose="00000500000000000000" pitchFamily="2" charset="-78"/>
                          <a:sym typeface="Arial"/>
                        </a:rPr>
                        <a:t>Q1 - 2027</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1D3843"/>
                    </a:solidFill>
                  </a:tcPr>
                </a:tc>
                <a:tc hMerge="1">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endParaRPr sz="600" b="0" i="0" u="none" strike="noStrike" kern="0" cap="none">
                        <a:solidFill>
                          <a:schemeClr val="bg1"/>
                        </a:solidFill>
                        <a:latin typeface="TheMixArabic Plain" panose="020B0502050302020203" pitchFamily="34" charset="-78"/>
                        <a:ea typeface="+mn-ea"/>
                        <a:cs typeface="TheMixArabic Plain" panose="020B0502050302020203" pitchFamily="34" charset="-78"/>
                        <a:sym typeface="Arial"/>
                      </a:endParaRPr>
                    </a:p>
                  </a:txBody>
                  <a:tcPr marL="45720" marR="45720" anchor="ctr">
                    <a:lnL w="2857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215E7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08264"/>
                    </a:solidFill>
                  </a:tcPr>
                </a:tc>
                <a:tc hMerge="1">
                  <a:txBody>
                    <a:bodyPr/>
                    <a:lstStyle/>
                    <a:p>
                      <a:endParaRPr dirty="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gridSpan="3">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GB" sz="1400" b="1" kern="0" dirty="0">
                          <a:solidFill>
                            <a:schemeClr val="bg1"/>
                          </a:solidFill>
                          <a:latin typeface="Tajawal" panose="00000500000000000000" pitchFamily="2" charset="-78"/>
                          <a:ea typeface="+mj-ea"/>
                          <a:cs typeface="Tajawal" panose="00000500000000000000" pitchFamily="2" charset="-78"/>
                          <a:sym typeface="Arial"/>
                        </a:rPr>
                        <a:t>Q2 - 2027</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75000"/>
                      </a:schemeClr>
                    </a:solidFill>
                  </a:tcPr>
                </a:tc>
                <a:tc hMerge="1">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endParaRPr lang="ar-SA" sz="600" b="0" i="0" u="none" strike="noStrike" kern="0" cap="none">
                        <a:solidFill>
                          <a:schemeClr val="bg1"/>
                        </a:solidFill>
                        <a:latin typeface="TheMixArabic Plain" panose="020B0502050302020203" pitchFamily="34" charset="-78"/>
                        <a:ea typeface="+mn-ea"/>
                        <a:cs typeface="TheMixArabic Plain" panose="020B0502050302020203" pitchFamily="34" charset="-78"/>
                        <a:sym typeface="Arial"/>
                      </a:endParaRPr>
                    </a:p>
                  </a:txBody>
                  <a:tcPr marL="45720" marR="45720"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215E71"/>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215E71"/>
                    </a:solidFill>
                  </a:tcPr>
                </a:tc>
                <a:tc hMerge="1">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endParaRPr sz="1400" b="1" kern="0">
                        <a:solidFill>
                          <a:schemeClr val="bg1"/>
                        </a:solidFill>
                        <a:latin typeface="Sakkal Majalla" panose="02000000000000000000" pitchFamily="2" charset="-78"/>
                        <a:ea typeface="+mj-ea"/>
                        <a:cs typeface="Sakkal Majalla" panose="02000000000000000000" pitchFamily="2" charset="-78"/>
                        <a:sym typeface="Arial"/>
                      </a:endParaRPr>
                    </a:p>
                  </a:txBody>
                  <a:tcPr marL="45720" marR="4572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215E7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04229"/>
                    </a:solidFill>
                  </a:tcPr>
                </a:tc>
                <a:extLst>
                  <a:ext uri="{0D108BD9-81ED-4DB2-BD59-A6C34878D82A}">
                    <a16:rowId xmlns:a16="http://schemas.microsoft.com/office/drawing/2014/main" val="2587460271"/>
                  </a:ext>
                </a:extLst>
              </a:tr>
              <a:tr h="415724">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50" b="1" i="0" u="none" strike="noStrike" kern="0" cap="none" dirty="0">
                          <a:solidFill>
                            <a:schemeClr val="bg1"/>
                          </a:solidFill>
                          <a:latin typeface="Tajawal" panose="00000500000000000000" pitchFamily="2" charset="-78"/>
                          <a:ea typeface="+mn-ea"/>
                          <a:cs typeface="Tajawal" panose="00000500000000000000" pitchFamily="2" charset="-78"/>
                          <a:sym typeface="Arial"/>
                        </a:rPr>
                        <a:t>#</a:t>
                      </a:r>
                      <a:endParaRPr sz="750" b="1" i="0" u="none" strike="noStrike" kern="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ar-SA" sz="750" b="1" kern="0">
                          <a:solidFill>
                            <a:schemeClr val="bg1"/>
                          </a:solidFill>
                          <a:latin typeface="Tajawal" panose="00000500000000000000" pitchFamily="2" charset="-78"/>
                          <a:ea typeface="+mn-ea"/>
                          <a:cs typeface="Tajawal" panose="00000500000000000000" pitchFamily="2" charset="-78"/>
                          <a:sym typeface="Arial"/>
                        </a:rPr>
                        <a:t>المرحلة</a:t>
                      </a:r>
                      <a:endParaRPr lang="ar-SA" sz="750" b="1" kern="0" noProof="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kumimoji="0" lang="ar-SA" sz="750" b="1" i="0" u="none" strike="noStrike" kern="1200" cap="none" spc="0" normalizeH="0" baseline="0" noProof="0" dirty="0">
                          <a:ln>
                            <a:noFill/>
                          </a:ln>
                          <a:solidFill>
                            <a:schemeClr val="bg1"/>
                          </a:solidFill>
                          <a:effectLst/>
                          <a:uLnTx/>
                          <a:uFillTx/>
                          <a:latin typeface="Tajawal" panose="00000500000000000000" pitchFamily="2" charset="-78"/>
                          <a:ea typeface="Tahoma" panose="020B0604030504040204" pitchFamily="34" charset="0"/>
                          <a:cs typeface="Tajawal" panose="00000500000000000000" pitchFamily="2" charset="-78"/>
                        </a:rPr>
                        <a:t>المخرج</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ar-SA" sz="750" b="1" kern="0" dirty="0">
                          <a:solidFill>
                            <a:schemeClr val="bg1"/>
                          </a:solidFill>
                          <a:latin typeface="Tajawal" panose="00000500000000000000" pitchFamily="2" charset="-78"/>
                          <a:ea typeface="+mn-ea"/>
                          <a:cs typeface="Tajawal" panose="00000500000000000000" pitchFamily="2" charset="-78"/>
                          <a:sym typeface="Arial"/>
                        </a:rPr>
                        <a:t>الحالة</a:t>
                      </a:r>
                      <a:endParaRPr kumimoji="0" lang="ar-SA" sz="750" b="1" i="0" u="none" strike="noStrike" kern="1200" cap="none" spc="0" normalizeH="0" baseline="0" noProof="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kern="0" noProof="0" dirty="0">
                          <a:solidFill>
                            <a:schemeClr val="bg1"/>
                          </a:solidFill>
                          <a:latin typeface="Tajawal" panose="00000500000000000000" pitchFamily="2" charset="-78"/>
                          <a:ea typeface="+mn-ea"/>
                          <a:cs typeface="Tajawal" panose="00000500000000000000" pitchFamily="2" charset="-78"/>
                        </a:rPr>
                        <a:t>JAN</a:t>
                      </a:r>
                      <a:endParaRPr lang="ar-SA" sz="700" b="1" kern="0"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FEB</a:t>
                      </a:r>
                      <a:r>
                        <a:rPr lang="ar-SA"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 </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MAR</a:t>
                      </a:r>
                      <a:endParaRPr lang="ar-SA" sz="700" b="1" i="0" u="none" strike="noStrike" kern="0" cap="none" dirty="0">
                        <a:solidFill>
                          <a:schemeClr val="bg1">
                            <a:lumMod val="95000"/>
                          </a:schemeClr>
                        </a:solidFill>
                        <a:latin typeface="Tajawal" panose="00000500000000000000" pitchFamily="2" charset="-78"/>
                        <a:ea typeface="+mj-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j-ea"/>
                          <a:cs typeface="Tajawal" panose="00000500000000000000" pitchFamily="2" charset="-78"/>
                          <a:sym typeface="Arial"/>
                        </a:rPr>
                        <a:t>APR</a:t>
                      </a:r>
                      <a:endParaRPr lang="ar-SA" sz="700" b="1" i="0" u="none" strike="noStrike" kern="0" cap="none" dirty="0">
                        <a:solidFill>
                          <a:schemeClr val="bg1">
                            <a:lumMod val="95000"/>
                          </a:schemeClr>
                        </a:solidFill>
                        <a:latin typeface="Tajawal" panose="00000500000000000000" pitchFamily="2" charset="-78"/>
                        <a:ea typeface="+mj-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MAY</a:t>
                      </a:r>
                      <a:endParaRPr lang="ar-SA"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JUN</a:t>
                      </a:r>
                      <a:endParaRPr lang="ar-SA"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JUL</a:t>
                      </a:r>
                      <a:endParaRPr lang="ar-SA"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AUG</a:t>
                      </a:r>
                      <a:endParaRPr lang="ar-SA"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SEP</a:t>
                      </a:r>
                      <a:endParaRPr lang="ar-SA"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OCT</a:t>
                      </a:r>
                      <a:endParaRPr lang="ar-SA"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NOV</a:t>
                      </a:r>
                      <a:endParaRPr lang="ar-SA"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DEC</a:t>
                      </a:r>
                      <a:endParaRPr lang="ar-SA"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j-ea"/>
                          <a:cs typeface="Tajawal" panose="00000500000000000000" pitchFamily="2" charset="-78"/>
                          <a:sym typeface="Arial"/>
                        </a:rPr>
                        <a:t>JAN</a:t>
                      </a:r>
                      <a:endParaRPr sz="700" b="1" i="0" u="none" strike="noStrike" kern="0" cap="none" dirty="0">
                        <a:solidFill>
                          <a:schemeClr val="bg1">
                            <a:lumMod val="95000"/>
                          </a:schemeClr>
                        </a:solidFill>
                        <a:latin typeface="Tajawal" panose="00000500000000000000" pitchFamily="2" charset="-78"/>
                        <a:ea typeface="+mj-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j-ea"/>
                          <a:cs typeface="Tajawal" panose="00000500000000000000" pitchFamily="2" charset="-78"/>
                          <a:sym typeface="Arial"/>
                        </a:rPr>
                        <a:t>FRB</a:t>
                      </a:r>
                      <a:endParaRPr lang="ar-SA" sz="700" b="1" i="0" u="none" strike="noStrike" kern="0" cap="none" dirty="0">
                        <a:solidFill>
                          <a:schemeClr val="bg1">
                            <a:lumMod val="95000"/>
                          </a:schemeClr>
                        </a:solidFill>
                        <a:latin typeface="Tajawal" panose="00000500000000000000" pitchFamily="2" charset="-78"/>
                        <a:ea typeface="+mj-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j-ea"/>
                          <a:cs typeface="Tajawal" panose="00000500000000000000" pitchFamily="2" charset="-78"/>
                          <a:sym typeface="Arial"/>
                        </a:rPr>
                        <a:t>MAR</a:t>
                      </a:r>
                      <a:endParaRPr sz="700" b="1" i="0" u="none" strike="noStrike" kern="0" cap="none" dirty="0">
                        <a:solidFill>
                          <a:schemeClr val="bg1">
                            <a:lumMod val="95000"/>
                          </a:schemeClr>
                        </a:solidFill>
                        <a:latin typeface="Tajawal" panose="00000500000000000000" pitchFamily="2" charset="-78"/>
                        <a:ea typeface="+mj-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APR</a:t>
                      </a:r>
                      <a:r>
                        <a:rPr lang="ar-SA"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 </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n-ea"/>
                          <a:cs typeface="Tajawal" panose="00000500000000000000" pitchFamily="2" charset="-78"/>
                          <a:sym typeface="Arial"/>
                        </a:rPr>
                        <a:t>MAY</a:t>
                      </a:r>
                      <a:endParaRPr lang="ar-SA" sz="700" b="1" i="0" u="none" strike="noStrike" kern="0" cap="none" dirty="0">
                        <a:solidFill>
                          <a:schemeClr val="bg1">
                            <a:lumMod val="95000"/>
                          </a:schemeClr>
                        </a:solidFill>
                        <a:latin typeface="Tajawal" panose="00000500000000000000" pitchFamily="2" charset="-78"/>
                        <a:ea typeface="+mj-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marR="0" lvl="0" indent="0" algn="ctr" defTabSz="914400" rtl="1" eaLnBrk="1" fontAlgn="auto" latinLnBrk="0" hangingPunct="1">
                        <a:lnSpc>
                          <a:spcPct val="90000"/>
                        </a:lnSpc>
                        <a:spcBef>
                          <a:spcPct val="0"/>
                        </a:spcBef>
                        <a:spcAft>
                          <a:spcPts val="0"/>
                        </a:spcAft>
                        <a:buClrTx/>
                        <a:buSzTx/>
                        <a:buFontTx/>
                        <a:buNone/>
                        <a:tabLst/>
                        <a:defRPr/>
                      </a:pPr>
                      <a:r>
                        <a:rPr lang="en-US" sz="700" b="1" i="0" u="none" strike="noStrike" kern="0" cap="none" dirty="0">
                          <a:solidFill>
                            <a:schemeClr val="bg1">
                              <a:lumMod val="95000"/>
                            </a:schemeClr>
                          </a:solidFill>
                          <a:latin typeface="Tajawal" panose="00000500000000000000" pitchFamily="2" charset="-78"/>
                          <a:ea typeface="+mj-ea"/>
                          <a:cs typeface="Tajawal" panose="00000500000000000000" pitchFamily="2" charset="-78"/>
                          <a:sym typeface="Arial"/>
                        </a:rPr>
                        <a:t>JUN</a:t>
                      </a:r>
                      <a:endParaRPr lang="ar-SA" sz="700" b="1" i="0" u="none" strike="noStrike" kern="0" cap="none" dirty="0">
                        <a:solidFill>
                          <a:schemeClr val="bg1">
                            <a:lumMod val="95000"/>
                          </a:schemeClr>
                        </a:solidFill>
                        <a:latin typeface="Tajawal" panose="00000500000000000000" pitchFamily="2" charset="-78"/>
                        <a:ea typeface="+mj-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1738284467"/>
                  </a:ext>
                </a:extLst>
              </a:tr>
              <a:tr h="360871">
                <a:tc>
                  <a:txBody>
                    <a:bodyPr/>
                    <a:lstStyle/>
                    <a:p>
                      <a:pPr algn="ctr" rtl="1"/>
                      <a:r>
                        <a:rPr kumimoji="0" lang="en-US"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rPr>
                        <a:t>11</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noProof="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rPr>
                        <a:t>الاختبار والتدريب</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000" b="1" kern="1200" dirty="0">
                          <a:solidFill>
                            <a:schemeClr val="tx1"/>
                          </a:solidFill>
                          <a:latin typeface="Tajawal" panose="00000500000000000000" pitchFamily="2" charset="-78"/>
                          <a:ea typeface="+mn-ea"/>
                          <a:cs typeface="Tajawal" panose="00000500000000000000" pitchFamily="2" charset="-78"/>
                          <a:sym typeface="Cairo" pitchFamily="2" charset="-78"/>
                        </a:rPr>
                        <a:t>اختبارات </a:t>
                      </a:r>
                      <a:r>
                        <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rPr>
                        <a:t> SIT &amp; UAT</a:t>
                      </a:r>
                      <a:r>
                        <a:rPr lang="ar-SA" sz="1000" b="1" kern="1200" dirty="0">
                          <a:solidFill>
                            <a:schemeClr val="tx1"/>
                          </a:solidFill>
                          <a:latin typeface="Tajawal" panose="00000500000000000000" pitchFamily="2" charset="-78"/>
                          <a:ea typeface="+mn-ea"/>
                          <a:cs typeface="Tajawal" panose="00000500000000000000" pitchFamily="2" charset="-78"/>
                          <a:sym typeface="Cairo" pitchFamily="2" charset="-78"/>
                        </a:rPr>
                        <a:t>(</a:t>
                      </a:r>
                      <a:r>
                        <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rPr>
                        <a:t>MVP</a:t>
                      </a:r>
                      <a:r>
                        <a:rPr lang="ar-SA" sz="1000" b="1" kern="1200" dirty="0">
                          <a:solidFill>
                            <a:schemeClr val="tx1"/>
                          </a:solidFill>
                          <a:latin typeface="Tajawal" panose="00000500000000000000" pitchFamily="2" charset="-78"/>
                          <a:ea typeface="+mn-ea"/>
                          <a:cs typeface="Tajawal" panose="00000500000000000000" pitchFamily="2" charset="-78"/>
                          <a:sym typeface="Cairo" pitchFamily="2" charset="-78"/>
                        </a:rPr>
                        <a:t>)</a:t>
                      </a:r>
                      <a:endPar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noProof="0" dirty="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rPr>
                        <a:t>لم يبدأ</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163E35"/>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2F2F2"/>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33113960"/>
                  </a:ext>
                </a:extLst>
              </a:tr>
              <a:tr h="360871">
                <a:tc>
                  <a:txBody>
                    <a:bodyPr/>
                    <a:lstStyle/>
                    <a:p>
                      <a:pPr algn="ctr" rtl="1"/>
                      <a:r>
                        <a:rPr kumimoji="0" lang="en-US"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rPr>
                        <a:t>12</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1000" b="1" i="0" u="none" strike="noStrike" kern="1200" cap="none" spc="0" normalizeH="0" baseline="0" noProof="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000" b="1" kern="1200" dirty="0">
                          <a:solidFill>
                            <a:schemeClr val="tx1"/>
                          </a:solidFill>
                          <a:latin typeface="Tajawal" panose="00000500000000000000" pitchFamily="2" charset="-78"/>
                          <a:ea typeface="+mn-ea"/>
                          <a:cs typeface="Tajawal" panose="00000500000000000000" pitchFamily="2" charset="-78"/>
                          <a:sym typeface="Cairo" pitchFamily="2" charset="-78"/>
                        </a:rPr>
                        <a:t>اختبارات </a:t>
                      </a:r>
                      <a:r>
                        <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rPr>
                        <a:t> SIT &amp; UAT</a:t>
                      </a:r>
                      <a:r>
                        <a:rPr lang="ar-SA" sz="1000" b="1" kern="1200" dirty="0">
                          <a:solidFill>
                            <a:schemeClr val="tx1"/>
                          </a:solidFill>
                          <a:latin typeface="Tajawal" panose="00000500000000000000" pitchFamily="2" charset="-78"/>
                          <a:ea typeface="+mn-ea"/>
                          <a:cs typeface="Tajawal" panose="00000500000000000000" pitchFamily="2" charset="-78"/>
                          <a:sym typeface="Cairo" pitchFamily="2" charset="-78"/>
                        </a:rPr>
                        <a:t>(</a:t>
                      </a:r>
                      <a:r>
                        <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rPr>
                        <a:t>Full Scope</a:t>
                      </a:r>
                      <a:r>
                        <a:rPr lang="ar-SA" sz="1000" b="1" kern="1200" dirty="0">
                          <a:solidFill>
                            <a:schemeClr val="tx1"/>
                          </a:solidFill>
                          <a:latin typeface="Tajawal" panose="00000500000000000000" pitchFamily="2" charset="-78"/>
                          <a:ea typeface="+mn-ea"/>
                          <a:cs typeface="Tajawal" panose="00000500000000000000" pitchFamily="2" charset="-78"/>
                          <a:sym typeface="Cairo" pitchFamily="2" charset="-78"/>
                        </a:rPr>
                        <a:t>)</a:t>
                      </a:r>
                      <a:endPar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noProof="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rPr>
                        <a:t>لم يبدأ</a:t>
                      </a:r>
                      <a:endParaRPr kumimoji="0" lang="ar-SA" sz="1000" b="1" i="0" u="none" strike="noStrike" kern="1200" cap="none" spc="0" normalizeH="0" baseline="0" noProof="0" dirty="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163E35"/>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2F2F2"/>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78375092"/>
                  </a:ext>
                </a:extLst>
              </a:tr>
              <a:tr h="360871">
                <a:tc>
                  <a:txBody>
                    <a:bodyPr/>
                    <a:lstStyle/>
                    <a:p>
                      <a:pPr algn="ctr" rtl="1"/>
                      <a:r>
                        <a:rPr kumimoji="0" lang="en-US"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rPr>
                        <a:t>13</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1000" b="1" i="0" u="none" strike="noStrike" kern="1200" cap="none" spc="0" normalizeH="0" baseline="0" noProof="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000" b="1" kern="1200" dirty="0">
                          <a:solidFill>
                            <a:schemeClr val="tx1"/>
                          </a:solidFill>
                          <a:latin typeface="Tajawal" panose="00000500000000000000" pitchFamily="2" charset="-78"/>
                          <a:ea typeface="+mn-ea"/>
                          <a:cs typeface="Tajawal" panose="00000500000000000000" pitchFamily="2" charset="-78"/>
                          <a:sym typeface="Cairo" pitchFamily="2" charset="-78"/>
                        </a:rPr>
                        <a:t>تدريب المستخدمين الأساسيين (</a:t>
                      </a:r>
                      <a:r>
                        <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rPr>
                        <a:t>MVP</a:t>
                      </a:r>
                      <a:r>
                        <a:rPr lang="ar-SA" sz="1000" b="1" kern="1200" dirty="0">
                          <a:solidFill>
                            <a:schemeClr val="tx1"/>
                          </a:solidFill>
                          <a:latin typeface="Tajawal" panose="00000500000000000000" pitchFamily="2" charset="-78"/>
                          <a:ea typeface="+mn-ea"/>
                          <a:cs typeface="Tajawal" panose="00000500000000000000" pitchFamily="2" charset="-78"/>
                          <a:sym typeface="Cairo" pitchFamily="2" charset="-78"/>
                        </a:rPr>
                        <a:t>)</a:t>
                      </a:r>
                      <a:endPar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noProof="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rPr>
                        <a:t>لم يبدأ</a:t>
                      </a:r>
                      <a:endParaRPr kumimoji="0" lang="ar-SA" sz="1000" b="1" i="0" u="none" strike="noStrike" kern="1200" cap="none" spc="0" normalizeH="0" baseline="0" noProof="0" dirty="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163E35"/>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2F2F2"/>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0367351"/>
                  </a:ext>
                </a:extLst>
              </a:tr>
              <a:tr h="360871">
                <a:tc>
                  <a:txBody>
                    <a:bodyPr/>
                    <a:lstStyle/>
                    <a:p>
                      <a:pPr algn="ctr" rtl="1"/>
                      <a:r>
                        <a:rPr kumimoji="0" lang="en-US"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rPr>
                        <a:t>14</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1000" b="1" i="0" u="none" strike="noStrike" kern="1200" cap="none" spc="0" normalizeH="0" baseline="0" noProof="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000" b="1" kern="1200" dirty="0">
                          <a:solidFill>
                            <a:schemeClr val="tx1"/>
                          </a:solidFill>
                          <a:latin typeface="Tajawal" panose="00000500000000000000" pitchFamily="2" charset="-78"/>
                          <a:ea typeface="+mn-ea"/>
                          <a:cs typeface="Tajawal" panose="00000500000000000000" pitchFamily="2" charset="-78"/>
                          <a:sym typeface="Cairo" pitchFamily="2" charset="-78"/>
                        </a:rPr>
                        <a:t>تدريب المستخدمين الأساسيين (</a:t>
                      </a:r>
                      <a:r>
                        <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rPr>
                        <a:t>Full Scope</a:t>
                      </a:r>
                      <a:r>
                        <a:rPr lang="ar-SA" sz="1000" b="1" kern="1200" dirty="0">
                          <a:solidFill>
                            <a:schemeClr val="tx1"/>
                          </a:solidFill>
                          <a:latin typeface="Tajawal" panose="00000500000000000000" pitchFamily="2" charset="-78"/>
                          <a:ea typeface="+mn-ea"/>
                          <a:cs typeface="Tajawal" panose="00000500000000000000" pitchFamily="2" charset="-78"/>
                          <a:sym typeface="Cairo" pitchFamily="2" charset="-78"/>
                        </a:rPr>
                        <a:t>)</a:t>
                      </a:r>
                      <a:endPar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noProof="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rPr>
                        <a:t>لم يبدأ</a:t>
                      </a:r>
                      <a:endParaRPr kumimoji="0" lang="ar-SA" sz="1000" b="1" i="0" u="none" strike="noStrike" kern="1200" cap="none" spc="0" normalizeH="0" baseline="0" noProof="0" dirty="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163E35"/>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2F2F2"/>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11126893"/>
                  </a:ext>
                </a:extLst>
              </a:tr>
              <a:tr h="360871">
                <a:tc>
                  <a:txBody>
                    <a:bodyPr/>
                    <a:lstStyle/>
                    <a:p>
                      <a:pPr algn="ctr" rtl="1"/>
                      <a:r>
                        <a:rPr kumimoji="0" lang="en-US"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rPr>
                        <a:t>15</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rowSpan="3">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noProof="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rPr>
                        <a:t>إطلاق النظام</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000" b="1" kern="1200" dirty="0" err="1">
                          <a:solidFill>
                            <a:schemeClr val="tx1"/>
                          </a:solidFill>
                          <a:latin typeface="Tajawal" panose="00000500000000000000" pitchFamily="2" charset="-78"/>
                          <a:ea typeface="+mn-ea"/>
                          <a:cs typeface="Tajawal" panose="00000500000000000000" pitchFamily="2" charset="-78"/>
                          <a:sym typeface="Cairo" pitchFamily="2" charset="-78"/>
                        </a:rPr>
                        <a:t>إختبارات</a:t>
                      </a:r>
                      <a:r>
                        <a:rPr lang="ar-SA" sz="1000" b="1" kern="1200" dirty="0">
                          <a:solidFill>
                            <a:schemeClr val="tx1"/>
                          </a:solidFill>
                          <a:latin typeface="Tajawal" panose="00000500000000000000" pitchFamily="2" charset="-78"/>
                          <a:ea typeface="+mn-ea"/>
                          <a:cs typeface="Tajawal" panose="00000500000000000000" pitchFamily="2" charset="-78"/>
                          <a:sym typeface="Cairo" pitchFamily="2" charset="-78"/>
                        </a:rPr>
                        <a:t> أداء النظام والفحص الامني/</a:t>
                      </a:r>
                      <a:r>
                        <a:rPr lang="ar-SA" sz="1000" b="1" kern="1200" dirty="0" err="1">
                          <a:solidFill>
                            <a:schemeClr val="tx1"/>
                          </a:solidFill>
                          <a:latin typeface="Tajawal" panose="00000500000000000000" pitchFamily="2" charset="-78"/>
                          <a:ea typeface="+mn-ea"/>
                          <a:cs typeface="Tajawal" panose="00000500000000000000" pitchFamily="2" charset="-78"/>
                          <a:sym typeface="Cairo" pitchFamily="2" charset="-78"/>
                        </a:rPr>
                        <a:t>الإختراق</a:t>
                      </a:r>
                      <a:r>
                        <a:rPr lang="ar-SA" sz="1000" b="1" kern="1200" dirty="0">
                          <a:solidFill>
                            <a:schemeClr val="tx1"/>
                          </a:solidFill>
                          <a:latin typeface="Tajawal" panose="00000500000000000000" pitchFamily="2" charset="-78"/>
                          <a:ea typeface="+mn-ea"/>
                          <a:cs typeface="Tajawal" panose="00000500000000000000" pitchFamily="2" charset="-78"/>
                          <a:sym typeface="Cairo" pitchFamily="2" charset="-78"/>
                        </a:rPr>
                        <a:t> (كامل النظام)</a:t>
                      </a:r>
                      <a:endPar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noProof="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rPr>
                        <a:t>لم يبدأ</a:t>
                      </a:r>
                      <a:endParaRPr kumimoji="0" lang="ar-SA" sz="1000" b="1" i="0" u="none" strike="noStrike" kern="1200" cap="none" spc="0" normalizeH="0" baseline="0" noProof="0" dirty="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163E35"/>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2F2F2"/>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7420417"/>
                  </a:ext>
                </a:extLst>
              </a:tr>
              <a:tr h="360871">
                <a:tc>
                  <a:txBody>
                    <a:bodyPr/>
                    <a:lstStyle/>
                    <a:p>
                      <a:pPr algn="ctr" rtl="1"/>
                      <a:r>
                        <a:rPr kumimoji="0" lang="en-US"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rPr>
                        <a:t>16</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1000" b="1" i="0" u="none" strike="noStrike" kern="1200" cap="none" spc="0" normalizeH="0" baseline="0" noProof="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000" b="1" kern="1200" dirty="0">
                          <a:solidFill>
                            <a:schemeClr val="tx1"/>
                          </a:solidFill>
                          <a:latin typeface="Tajawal" panose="00000500000000000000" pitchFamily="2" charset="-78"/>
                          <a:ea typeface="+mn-ea"/>
                          <a:cs typeface="Tajawal" panose="00000500000000000000" pitchFamily="2" charset="-78"/>
                        </a:rPr>
                        <a:t>إطلاق نظام إجراءات نزلاء السجون (</a:t>
                      </a:r>
                      <a:r>
                        <a:rPr lang="en-US" sz="1000" b="1" kern="1200" dirty="0">
                          <a:solidFill>
                            <a:schemeClr val="tx1"/>
                          </a:solidFill>
                          <a:latin typeface="Tajawal" panose="00000500000000000000" pitchFamily="2" charset="-78"/>
                          <a:ea typeface="+mn-ea"/>
                          <a:cs typeface="Tajawal" panose="00000500000000000000" pitchFamily="2" charset="-78"/>
                        </a:rPr>
                        <a:t>MVP</a:t>
                      </a:r>
                      <a:r>
                        <a:rPr lang="ar-SA" sz="1000" b="1" kern="1200" dirty="0">
                          <a:solidFill>
                            <a:schemeClr val="tx1"/>
                          </a:solidFill>
                          <a:latin typeface="Tajawal" panose="00000500000000000000" pitchFamily="2" charset="-78"/>
                          <a:ea typeface="+mn-ea"/>
                          <a:cs typeface="Tajawal" panose="00000500000000000000" pitchFamily="2" charset="-78"/>
                        </a:rPr>
                        <a:t>)</a:t>
                      </a:r>
                      <a:endPar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noProof="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rPr>
                        <a:t>لم يبدأ</a:t>
                      </a:r>
                      <a:endParaRPr kumimoji="0" lang="ar-SA" sz="1000" b="1" i="0" u="none" strike="noStrike" kern="1200" cap="none" spc="0" normalizeH="0" baseline="0" noProof="0" dirty="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163E35"/>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2F2F2"/>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95081799"/>
                  </a:ext>
                </a:extLst>
              </a:tr>
              <a:tr h="360871">
                <a:tc>
                  <a:txBody>
                    <a:bodyPr/>
                    <a:lstStyle/>
                    <a:p>
                      <a:pPr algn="ctr" rtl="1"/>
                      <a:r>
                        <a:rPr kumimoji="0" lang="en-US"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rPr>
                        <a:t>17</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1000" b="1" i="0" u="none" strike="noStrike" kern="1200" cap="none" spc="0" normalizeH="0" baseline="0" noProof="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000" b="1" kern="1200" dirty="0">
                          <a:solidFill>
                            <a:schemeClr val="tx1"/>
                          </a:solidFill>
                          <a:latin typeface="Tajawal" panose="00000500000000000000" pitchFamily="2" charset="-78"/>
                          <a:ea typeface="+mn-ea"/>
                          <a:cs typeface="Tajawal" panose="00000500000000000000" pitchFamily="2" charset="-78"/>
                        </a:rPr>
                        <a:t>إطلاق نظام إجراءات نزلاء السجون (</a:t>
                      </a:r>
                      <a:r>
                        <a:rPr lang="en-US" sz="1000" b="1" kern="1200" dirty="0">
                          <a:solidFill>
                            <a:schemeClr val="tx1"/>
                          </a:solidFill>
                          <a:latin typeface="Tajawal" panose="00000500000000000000" pitchFamily="2" charset="-78"/>
                          <a:ea typeface="+mn-ea"/>
                          <a:cs typeface="Tajawal" panose="00000500000000000000" pitchFamily="2" charset="-78"/>
                        </a:rPr>
                        <a:t>Full Scope + Dashboard</a:t>
                      </a:r>
                      <a:r>
                        <a:rPr lang="ar-SA" sz="1000" b="1" kern="1200" dirty="0">
                          <a:solidFill>
                            <a:schemeClr val="tx1"/>
                          </a:solidFill>
                          <a:latin typeface="Tajawal" panose="00000500000000000000" pitchFamily="2" charset="-78"/>
                          <a:ea typeface="+mn-ea"/>
                          <a:cs typeface="Tajawal" panose="00000500000000000000" pitchFamily="2" charset="-78"/>
                        </a:rPr>
                        <a:t>)</a:t>
                      </a:r>
                      <a:endPar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noProof="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rPr>
                        <a:t>لم يبدأ</a:t>
                      </a:r>
                      <a:endParaRPr kumimoji="0" lang="ar-SA" sz="1000" b="1" i="0" u="none" strike="noStrike" kern="1200" cap="none" spc="0" normalizeH="0" baseline="0" noProof="0" dirty="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163E35"/>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2F2F2"/>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83603992"/>
                  </a:ext>
                </a:extLst>
              </a:tr>
              <a:tr h="360871">
                <a:tc>
                  <a:txBody>
                    <a:bodyPr/>
                    <a:lstStyle/>
                    <a:p>
                      <a:pPr algn="ctr" rtl="1"/>
                      <a:r>
                        <a:rPr kumimoji="0" lang="en-US"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rPr>
                        <a:t>18</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row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noProof="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rPr>
                        <a:t>نقل المعرفة والدعم الفني</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000" b="1" kern="1200" dirty="0">
                          <a:solidFill>
                            <a:schemeClr val="tx1"/>
                          </a:solidFill>
                          <a:latin typeface="Tajawal" panose="00000500000000000000" pitchFamily="2" charset="-78"/>
                          <a:ea typeface="+mn-ea"/>
                          <a:cs typeface="Tajawal" panose="00000500000000000000" pitchFamily="2" charset="-78"/>
                          <a:sym typeface="Cairo" pitchFamily="2" charset="-78"/>
                        </a:rPr>
                        <a:t>الدعم الفني والتشغيل</a:t>
                      </a:r>
                      <a:endPar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noProof="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rPr>
                        <a:t>لم يبدأ</a:t>
                      </a:r>
                      <a:endParaRPr kumimoji="0" lang="ar-SA" sz="1000" b="1" i="0" u="none" strike="noStrike" kern="1200" cap="none" spc="0" normalizeH="0" baseline="0" noProof="0" dirty="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163E35"/>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2F2F2"/>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09548512"/>
                  </a:ext>
                </a:extLst>
              </a:tr>
              <a:tr h="360871">
                <a:tc>
                  <a:txBody>
                    <a:bodyPr/>
                    <a:lstStyle/>
                    <a:p>
                      <a:pPr algn="ctr" rtl="1"/>
                      <a:r>
                        <a:rPr kumimoji="0" lang="en-US" sz="1000" b="1" i="0" u="none" strike="noStrike" kern="1200" cap="none" spc="0" normalizeH="0" baseline="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sym typeface="Arial"/>
                        </a:rPr>
                        <a:t>19</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vMerge="1">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1000" b="1" i="0" u="none" strike="noStrike" kern="1200" cap="none" spc="0" normalizeH="0" baseline="0" noProof="0" dirty="0">
                        <a:ln>
                          <a:noFill/>
                        </a:ln>
                        <a:solidFill>
                          <a:schemeClr val="tx1"/>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000" b="1" kern="1200" dirty="0">
                          <a:solidFill>
                            <a:schemeClr val="tx1"/>
                          </a:solidFill>
                          <a:latin typeface="Tajawal" panose="00000500000000000000" pitchFamily="2" charset="-78"/>
                          <a:ea typeface="+mn-ea"/>
                          <a:cs typeface="Tajawal" panose="00000500000000000000" pitchFamily="2" charset="-78"/>
                          <a:sym typeface="Cairo" pitchFamily="2" charset="-78"/>
                        </a:rPr>
                        <a:t>نقل المعرفة وتسليم وثائق المشروع</a:t>
                      </a:r>
                      <a:endParaRPr lang="en-US" sz="1000" b="1" kern="1200" dirty="0">
                        <a:solidFill>
                          <a:schemeClr val="tx1"/>
                        </a:solidFill>
                        <a:latin typeface="Tajawal" panose="00000500000000000000" pitchFamily="2" charset="-78"/>
                        <a:ea typeface="+mn-ea"/>
                        <a:cs typeface="Tajawal" panose="00000500000000000000" pitchFamily="2" charset="-78"/>
                        <a:sym typeface="Cairo"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000" b="1" i="0" u="none" strike="noStrike" kern="1200" cap="none" spc="0" normalizeH="0" baseline="0" noProof="0" dirty="0">
                          <a:ln>
                            <a:noFill/>
                          </a:ln>
                          <a:solidFill>
                            <a:prstClr val="black"/>
                          </a:solidFill>
                          <a:effectLst/>
                          <a:uLnTx/>
                          <a:uFillTx/>
                          <a:latin typeface="Tajawal" panose="00000500000000000000" pitchFamily="2" charset="-78"/>
                          <a:ea typeface="Tahoma" panose="020B0604030504040204" pitchFamily="34" charset="0"/>
                          <a:cs typeface="Tajawal" panose="00000500000000000000" pitchFamily="2" charset="-78"/>
                        </a:rPr>
                        <a:t>لم يبدأ</a:t>
                      </a: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163E35"/>
                        </a:solidFill>
                        <a:effectLst/>
                        <a:uLnTx/>
                        <a:uFillTx/>
                        <a:latin typeface="Tajawal" panose="00000500000000000000" pitchFamily="2" charset="-78"/>
                        <a:ea typeface="Tahoma" panose="020B0604030504040204" pitchFamily="34" charset="0"/>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i="0" u="none" strike="noStrike" kern="1200" cap="none" noProof="0" dirty="0">
                        <a:solidFill>
                          <a:schemeClr val="bg1"/>
                        </a:solidFill>
                        <a:latin typeface="Tajawal" panose="00000500000000000000" pitchFamily="2" charset="-78"/>
                        <a:ea typeface="+mn-ea"/>
                        <a:cs typeface="Tajawal" panose="00000500000000000000" pitchFamily="2" charset="-78"/>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en-US" sz="1000" b="1" i="0" u="none" strike="noStrike" kern="1200"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2F2F2"/>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1"/>
                      <a:endParaRPr lang="en-US" sz="1000" b="1" i="0" u="none" strike="noStrike" cap="none" dirty="0">
                        <a:solidFill>
                          <a:schemeClr val="bg1"/>
                        </a:solidFill>
                        <a:latin typeface="Tajawal" panose="00000500000000000000" pitchFamily="2" charset="-78"/>
                        <a:ea typeface="+mn-ea"/>
                        <a:cs typeface="Tajawal" panose="00000500000000000000" pitchFamily="2" charset="-78"/>
                        <a:sym typeface="Arial"/>
                      </a:endParaRPr>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30363025"/>
                  </a:ext>
                </a:extLst>
              </a:tr>
            </a:tbl>
          </a:graphicData>
        </a:graphic>
      </p:graphicFrame>
      <p:grpSp>
        <p:nvGrpSpPr>
          <p:cNvPr id="14" name="Group 13">
            <a:extLst>
              <a:ext uri="{FF2B5EF4-FFF2-40B4-BE49-F238E27FC236}">
                <a16:creationId xmlns:a16="http://schemas.microsoft.com/office/drawing/2014/main" id="{7B06C53D-D300-A1A7-7392-06FB99AD069F}"/>
              </a:ext>
            </a:extLst>
          </p:cNvPr>
          <p:cNvGrpSpPr/>
          <p:nvPr/>
        </p:nvGrpSpPr>
        <p:grpSpPr>
          <a:xfrm>
            <a:off x="801261" y="6464027"/>
            <a:ext cx="3336322" cy="411194"/>
            <a:chOff x="801261" y="6464027"/>
            <a:chExt cx="3336322" cy="411194"/>
          </a:xfrm>
        </p:grpSpPr>
        <p:sp>
          <p:nvSpPr>
            <p:cNvPr id="15" name="TextBox 14">
              <a:extLst>
                <a:ext uri="{FF2B5EF4-FFF2-40B4-BE49-F238E27FC236}">
                  <a16:creationId xmlns:a16="http://schemas.microsoft.com/office/drawing/2014/main" id="{53A34332-6E02-3E3C-B85D-25A31FC1713F}"/>
                </a:ext>
              </a:extLst>
            </p:cNvPr>
            <p:cNvSpPr txBox="1"/>
            <p:nvPr/>
          </p:nvSpPr>
          <p:spPr>
            <a:xfrm>
              <a:off x="2090022" y="6598222"/>
              <a:ext cx="761389" cy="215444"/>
            </a:xfrm>
            <a:prstGeom prst="rect">
              <a:avLst/>
            </a:prstGeom>
            <a:noFill/>
          </p:spPr>
          <p:txBody>
            <a:bodyPr wrap="square" rtlCol="0">
              <a:spAutoFit/>
            </a:bodyPr>
            <a:lstStyle/>
            <a:p>
              <a:pPr algn="ctr">
                <a:defRPr/>
              </a:pPr>
              <a:r>
                <a:rPr lang="ar-JO" sz="800" kern="0">
                  <a:solidFill>
                    <a:schemeClr val="bg1"/>
                  </a:solidFill>
                </a:rPr>
                <a:t>تم الانتهاء</a:t>
              </a:r>
              <a:endParaRPr lang="en-US" sz="800" kern="0">
                <a:solidFill>
                  <a:schemeClr val="bg1"/>
                </a:solidFill>
              </a:endParaRPr>
            </a:p>
          </p:txBody>
        </p:sp>
        <p:sp>
          <p:nvSpPr>
            <p:cNvPr id="16" name="TextBox 15">
              <a:extLst>
                <a:ext uri="{FF2B5EF4-FFF2-40B4-BE49-F238E27FC236}">
                  <a16:creationId xmlns:a16="http://schemas.microsoft.com/office/drawing/2014/main" id="{7AA5844B-EC06-C4E6-8CAA-1832C1DA5F52}"/>
                </a:ext>
              </a:extLst>
            </p:cNvPr>
            <p:cNvSpPr txBox="1"/>
            <p:nvPr/>
          </p:nvSpPr>
          <p:spPr>
            <a:xfrm>
              <a:off x="2733106" y="6598222"/>
              <a:ext cx="761389" cy="215444"/>
            </a:xfrm>
            <a:prstGeom prst="rect">
              <a:avLst/>
            </a:prstGeom>
            <a:noFill/>
          </p:spPr>
          <p:txBody>
            <a:bodyPr wrap="square" rtlCol="0">
              <a:spAutoFit/>
            </a:bodyPr>
            <a:lstStyle/>
            <a:p>
              <a:pPr algn="ctr">
                <a:defRPr/>
              </a:pPr>
              <a:r>
                <a:rPr lang="ar-JO" sz="800" kern="0">
                  <a:solidFill>
                    <a:schemeClr val="bg1"/>
                  </a:solidFill>
                </a:rPr>
                <a:t>قيد التنفيذ</a:t>
              </a:r>
              <a:endParaRPr lang="en-US" sz="800" kern="0">
                <a:solidFill>
                  <a:schemeClr val="bg1"/>
                </a:solidFill>
              </a:endParaRPr>
            </a:p>
          </p:txBody>
        </p:sp>
        <p:sp>
          <p:nvSpPr>
            <p:cNvPr id="17" name="TextBox 16">
              <a:extLst>
                <a:ext uri="{FF2B5EF4-FFF2-40B4-BE49-F238E27FC236}">
                  <a16:creationId xmlns:a16="http://schemas.microsoft.com/office/drawing/2014/main" id="{4766FFC1-C3AB-BB9C-E862-A89A2AA03DB8}"/>
                </a:ext>
              </a:extLst>
            </p:cNvPr>
            <p:cNvSpPr txBox="1"/>
            <p:nvPr/>
          </p:nvSpPr>
          <p:spPr>
            <a:xfrm>
              <a:off x="3376194" y="6598222"/>
              <a:ext cx="761389" cy="215444"/>
            </a:xfrm>
            <a:prstGeom prst="rect">
              <a:avLst/>
            </a:prstGeom>
            <a:noFill/>
          </p:spPr>
          <p:txBody>
            <a:bodyPr wrap="square" rtlCol="0">
              <a:spAutoFit/>
            </a:bodyPr>
            <a:lstStyle/>
            <a:p>
              <a:pPr algn="ctr">
                <a:defRPr/>
              </a:pPr>
              <a:r>
                <a:rPr lang="ar-JO" sz="800" kern="0">
                  <a:solidFill>
                    <a:schemeClr val="bg1"/>
                  </a:solidFill>
                </a:rPr>
                <a:t>لم تبدأ</a:t>
              </a:r>
              <a:endParaRPr lang="en-US" sz="800" kern="0">
                <a:solidFill>
                  <a:schemeClr val="bg1"/>
                </a:solidFill>
              </a:endParaRPr>
            </a:p>
          </p:txBody>
        </p:sp>
        <p:sp>
          <p:nvSpPr>
            <p:cNvPr id="18" name="Arrow: Pentagon 4">
              <a:extLst>
                <a:ext uri="{FF2B5EF4-FFF2-40B4-BE49-F238E27FC236}">
                  <a16:creationId xmlns:a16="http://schemas.microsoft.com/office/drawing/2014/main" id="{CE99D64C-4A7E-1695-6836-81A10F14CAF2}"/>
                </a:ext>
              </a:extLst>
            </p:cNvPr>
            <p:cNvSpPr/>
            <p:nvPr/>
          </p:nvSpPr>
          <p:spPr>
            <a:xfrm>
              <a:off x="2353429" y="6464027"/>
              <a:ext cx="234574" cy="97972"/>
            </a:xfrm>
            <a:prstGeom prst="homePlate">
              <a:avLst/>
            </a:prstGeom>
            <a:solidFill>
              <a:srgbClr val="048B96"/>
            </a:solid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19" name="Arrow: Pentagon 59">
              <a:extLst>
                <a:ext uri="{FF2B5EF4-FFF2-40B4-BE49-F238E27FC236}">
                  <a16:creationId xmlns:a16="http://schemas.microsoft.com/office/drawing/2014/main" id="{9AE87104-2A57-8B0A-5BE3-58CE4502EC1F}"/>
                </a:ext>
              </a:extLst>
            </p:cNvPr>
            <p:cNvSpPr/>
            <p:nvPr/>
          </p:nvSpPr>
          <p:spPr>
            <a:xfrm>
              <a:off x="2996513" y="6464027"/>
              <a:ext cx="234574" cy="97972"/>
            </a:xfrm>
            <a:prstGeom prst="homePlate">
              <a:avLst/>
            </a:prstGeom>
            <a:solidFill>
              <a:srgbClr val="007464"/>
            </a:solid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20" name="Arrow: Pentagon 60">
              <a:extLst>
                <a:ext uri="{FF2B5EF4-FFF2-40B4-BE49-F238E27FC236}">
                  <a16:creationId xmlns:a16="http://schemas.microsoft.com/office/drawing/2014/main" id="{5AC665B5-B2D3-08FD-1974-9E8213DC5F84}"/>
                </a:ext>
              </a:extLst>
            </p:cNvPr>
            <p:cNvSpPr/>
            <p:nvPr/>
          </p:nvSpPr>
          <p:spPr>
            <a:xfrm>
              <a:off x="3639601" y="6464027"/>
              <a:ext cx="234574" cy="97972"/>
            </a:xfrm>
            <a:prstGeom prst="homePlate">
              <a:avLst/>
            </a:prstGeom>
            <a:solidFill>
              <a:srgbClr val="A6A6A6"/>
            </a:solid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21" name="TextBox 20">
              <a:extLst>
                <a:ext uri="{FF2B5EF4-FFF2-40B4-BE49-F238E27FC236}">
                  <a16:creationId xmlns:a16="http://schemas.microsoft.com/office/drawing/2014/main" id="{83015ABB-2317-937D-9451-C379A170B115}"/>
                </a:ext>
              </a:extLst>
            </p:cNvPr>
            <p:cNvSpPr txBox="1"/>
            <p:nvPr/>
          </p:nvSpPr>
          <p:spPr>
            <a:xfrm>
              <a:off x="1425775" y="6598222"/>
              <a:ext cx="761389" cy="215444"/>
            </a:xfrm>
            <a:prstGeom prst="rect">
              <a:avLst/>
            </a:prstGeom>
            <a:noFill/>
          </p:spPr>
          <p:txBody>
            <a:bodyPr wrap="square" rtlCol="0">
              <a:spAutoFit/>
            </a:bodyPr>
            <a:lstStyle/>
            <a:p>
              <a:pPr algn="ctr">
                <a:defRPr/>
              </a:pPr>
              <a:r>
                <a:rPr lang="ar-JO" sz="800" kern="0">
                  <a:solidFill>
                    <a:schemeClr val="bg1"/>
                  </a:solidFill>
                </a:rPr>
                <a:t>متأخر</a:t>
              </a:r>
              <a:endParaRPr lang="en-US" sz="800" kern="0">
                <a:solidFill>
                  <a:schemeClr val="bg1"/>
                </a:solidFill>
              </a:endParaRPr>
            </a:p>
          </p:txBody>
        </p:sp>
        <p:sp>
          <p:nvSpPr>
            <p:cNvPr id="22" name="Arrow: Pentagon 74">
              <a:extLst>
                <a:ext uri="{FF2B5EF4-FFF2-40B4-BE49-F238E27FC236}">
                  <a16:creationId xmlns:a16="http://schemas.microsoft.com/office/drawing/2014/main" id="{947CA11A-F040-BAB4-71A3-DD11E80DE139}"/>
                </a:ext>
              </a:extLst>
            </p:cNvPr>
            <p:cNvSpPr/>
            <p:nvPr/>
          </p:nvSpPr>
          <p:spPr>
            <a:xfrm>
              <a:off x="1689182" y="6464027"/>
              <a:ext cx="234574" cy="97972"/>
            </a:xfrm>
            <a:prstGeom prst="homePlate">
              <a:avLst/>
            </a:prstGeom>
            <a:solidFill>
              <a:srgbClr val="FFC000"/>
            </a:solid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23" name="TextBox 22">
              <a:extLst>
                <a:ext uri="{FF2B5EF4-FFF2-40B4-BE49-F238E27FC236}">
                  <a16:creationId xmlns:a16="http://schemas.microsoft.com/office/drawing/2014/main" id="{54A4D3AB-3B10-A643-EEB2-E0D1840A52A2}"/>
                </a:ext>
              </a:extLst>
            </p:cNvPr>
            <p:cNvSpPr txBox="1"/>
            <p:nvPr/>
          </p:nvSpPr>
          <p:spPr>
            <a:xfrm>
              <a:off x="801261" y="6536667"/>
              <a:ext cx="761389" cy="338554"/>
            </a:xfrm>
            <a:prstGeom prst="rect">
              <a:avLst/>
            </a:prstGeom>
            <a:noFill/>
          </p:spPr>
          <p:txBody>
            <a:bodyPr wrap="square" rtlCol="0">
              <a:spAutoFit/>
            </a:bodyPr>
            <a:lstStyle/>
            <a:p>
              <a:pPr algn="ctr">
                <a:defRPr/>
              </a:pPr>
              <a:r>
                <a:rPr lang="ar-JO" sz="800" kern="0">
                  <a:solidFill>
                    <a:schemeClr val="bg1"/>
                  </a:solidFill>
                </a:rPr>
                <a:t>متأخر مع معوقات</a:t>
              </a:r>
              <a:endParaRPr lang="en-US" sz="800" kern="0">
                <a:solidFill>
                  <a:schemeClr val="bg1"/>
                </a:solidFill>
              </a:endParaRPr>
            </a:p>
          </p:txBody>
        </p:sp>
        <p:sp>
          <p:nvSpPr>
            <p:cNvPr id="24" name="Arrow: Pentagon 4">
              <a:extLst>
                <a:ext uri="{FF2B5EF4-FFF2-40B4-BE49-F238E27FC236}">
                  <a16:creationId xmlns:a16="http://schemas.microsoft.com/office/drawing/2014/main" id="{0E3C7887-D826-A12F-AC28-EA09F512B4C5}"/>
                </a:ext>
              </a:extLst>
            </p:cNvPr>
            <p:cNvSpPr/>
            <p:nvPr/>
          </p:nvSpPr>
          <p:spPr>
            <a:xfrm>
              <a:off x="1064668" y="6464027"/>
              <a:ext cx="234574" cy="97972"/>
            </a:xfrm>
            <a:prstGeom prst="homePlate">
              <a:avLst/>
            </a:prstGeom>
            <a:solidFill>
              <a:srgbClr val="FF0000"/>
            </a:solidFill>
            <a:ln w="12700" cap="flat" cmpd="sng" algn="ctr">
              <a:noFill/>
              <a:prstDash val="solid"/>
              <a:miter lim="800000"/>
            </a:ln>
            <a:effectLst/>
          </p:spPr>
          <p:txBody>
            <a:bodyPr rtlCol="0" anchor="ctr"/>
            <a:lstStyle/>
            <a:p>
              <a:pPr algn="ctr">
                <a:defRPr/>
              </a:pPr>
              <a:endParaRPr lang="en-US" kern="0">
                <a:solidFill>
                  <a:prstClr val="white"/>
                </a:solidFill>
              </a:endParaRPr>
            </a:p>
          </p:txBody>
        </p:sp>
      </p:grpSp>
      <p:sp>
        <p:nvSpPr>
          <p:cNvPr id="25" name="Arrow: Pentagon 4">
            <a:extLst>
              <a:ext uri="{FF2B5EF4-FFF2-40B4-BE49-F238E27FC236}">
                <a16:creationId xmlns:a16="http://schemas.microsoft.com/office/drawing/2014/main" id="{CCE77BFD-2C50-157D-45B3-D6BA415A81AB}"/>
              </a:ext>
            </a:extLst>
          </p:cNvPr>
          <p:cNvSpPr/>
          <p:nvPr/>
        </p:nvSpPr>
        <p:spPr>
          <a:xfrm flipH="1" flipV="1">
            <a:off x="6475223" y="2030407"/>
            <a:ext cx="281518" cy="163460"/>
          </a:xfrm>
          <a:prstGeom prst="homePlate">
            <a:avLst/>
          </a:prstGeom>
          <a:solidFill>
            <a:srgbClr val="A6A6A6"/>
          </a:solidFill>
          <a:ln w="12700" cap="flat" cmpd="sng" algn="ctr">
            <a:noFill/>
            <a:prstDash val="solid"/>
            <a:miter lim="800000"/>
          </a:ln>
          <a:effectLst/>
        </p:spPr>
        <p:txBody>
          <a:bodyPr rtlCol="0" anchor="ctr"/>
          <a:lstStyle/>
          <a:p>
            <a:endParaRPr lang="en-US" sz="800" b="1" kern="0">
              <a:solidFill>
                <a:prstClr val="white"/>
              </a:solidFill>
              <a:cs typeface="Arial" panose="020B0604020202020204" pitchFamily="34" charset="0"/>
            </a:endParaRPr>
          </a:p>
        </p:txBody>
      </p:sp>
      <p:sp>
        <p:nvSpPr>
          <p:cNvPr id="5" name="Text Placeholder 1">
            <a:extLst>
              <a:ext uri="{FF2B5EF4-FFF2-40B4-BE49-F238E27FC236}">
                <a16:creationId xmlns:a16="http://schemas.microsoft.com/office/drawing/2014/main" id="{E54B064D-4A78-8F27-A70B-A3EC7BB71AC3}"/>
              </a:ext>
            </a:extLst>
          </p:cNvPr>
          <p:cNvSpPr txBox="1">
            <a:spLocks/>
          </p:cNvSpPr>
          <p:nvPr/>
        </p:nvSpPr>
        <p:spPr>
          <a:xfrm>
            <a:off x="4476894" y="470647"/>
            <a:ext cx="3931947" cy="418264"/>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ar-SA" b="1" dirty="0">
                <a:latin typeface="Tajawal" panose="00000500000000000000" pitchFamily="2" charset="-78"/>
                <a:cs typeface="Tajawal" panose="00000500000000000000" pitchFamily="2" charset="-78"/>
              </a:rPr>
              <a:t>الجدول الزمني للمشروع</a:t>
            </a:r>
            <a:endParaRPr lang="en-US" b="1" dirty="0">
              <a:latin typeface="Tajawal" panose="00000500000000000000" pitchFamily="2" charset="-78"/>
              <a:cs typeface="Tajawal" panose="00000500000000000000" pitchFamily="2" charset="-78"/>
            </a:endParaRPr>
          </a:p>
        </p:txBody>
      </p:sp>
      <p:sp>
        <p:nvSpPr>
          <p:cNvPr id="3" name="Arrow: Pentagon 4">
            <a:extLst>
              <a:ext uri="{FF2B5EF4-FFF2-40B4-BE49-F238E27FC236}">
                <a16:creationId xmlns:a16="http://schemas.microsoft.com/office/drawing/2014/main" id="{7C360406-2F32-BFD2-64F1-D3C39460831D}"/>
              </a:ext>
            </a:extLst>
          </p:cNvPr>
          <p:cNvSpPr/>
          <p:nvPr/>
        </p:nvSpPr>
        <p:spPr>
          <a:xfrm flipH="1" flipV="1">
            <a:off x="3075709" y="2373434"/>
            <a:ext cx="704651" cy="159177"/>
          </a:xfrm>
          <a:prstGeom prst="homePlate">
            <a:avLst/>
          </a:prstGeom>
          <a:solidFill>
            <a:srgbClr val="A6A6A6"/>
          </a:solidFill>
          <a:ln w="12700" cap="flat" cmpd="sng" algn="ctr">
            <a:noFill/>
            <a:prstDash val="solid"/>
            <a:miter lim="800000"/>
          </a:ln>
          <a:effectLst/>
        </p:spPr>
        <p:txBody>
          <a:bodyPr rtlCol="0" anchor="ctr"/>
          <a:lstStyle/>
          <a:p>
            <a:endParaRPr lang="en-US" sz="800" b="1" kern="0">
              <a:solidFill>
                <a:prstClr val="white"/>
              </a:solidFill>
              <a:cs typeface="Arial" panose="020B0604020202020204" pitchFamily="34" charset="0"/>
            </a:endParaRPr>
          </a:p>
        </p:txBody>
      </p:sp>
      <p:sp>
        <p:nvSpPr>
          <p:cNvPr id="4" name="Arrow: Pentagon 4">
            <a:extLst>
              <a:ext uri="{FF2B5EF4-FFF2-40B4-BE49-F238E27FC236}">
                <a16:creationId xmlns:a16="http://schemas.microsoft.com/office/drawing/2014/main" id="{8D048C40-DE76-0F1C-409F-D1250FE28D64}"/>
              </a:ext>
            </a:extLst>
          </p:cNvPr>
          <p:cNvSpPr/>
          <p:nvPr/>
        </p:nvSpPr>
        <p:spPr>
          <a:xfrm flipH="1" flipV="1">
            <a:off x="6350923" y="2736989"/>
            <a:ext cx="124298" cy="163460"/>
          </a:xfrm>
          <a:prstGeom prst="homePlate">
            <a:avLst/>
          </a:prstGeom>
          <a:solidFill>
            <a:srgbClr val="A6A6A6"/>
          </a:solidFill>
          <a:ln w="12700" cap="flat" cmpd="sng" algn="ctr">
            <a:noFill/>
            <a:prstDash val="solid"/>
            <a:miter lim="800000"/>
          </a:ln>
          <a:effectLst/>
        </p:spPr>
        <p:txBody>
          <a:bodyPr rtlCol="0" anchor="ctr"/>
          <a:lstStyle/>
          <a:p>
            <a:endParaRPr lang="en-US" sz="800" b="1" kern="0">
              <a:solidFill>
                <a:prstClr val="white"/>
              </a:solidFill>
              <a:cs typeface="Arial" panose="020B0604020202020204" pitchFamily="34" charset="0"/>
            </a:endParaRPr>
          </a:p>
        </p:txBody>
      </p:sp>
      <p:sp>
        <p:nvSpPr>
          <p:cNvPr id="6" name="Arrow: Pentagon 4">
            <a:extLst>
              <a:ext uri="{FF2B5EF4-FFF2-40B4-BE49-F238E27FC236}">
                <a16:creationId xmlns:a16="http://schemas.microsoft.com/office/drawing/2014/main" id="{D92EE8F8-EB31-097C-1AA1-4432C604E056}"/>
              </a:ext>
            </a:extLst>
          </p:cNvPr>
          <p:cNvSpPr/>
          <p:nvPr/>
        </p:nvSpPr>
        <p:spPr>
          <a:xfrm flipH="1" flipV="1">
            <a:off x="2937164" y="3157093"/>
            <a:ext cx="200108" cy="159177"/>
          </a:xfrm>
          <a:prstGeom prst="homePlate">
            <a:avLst/>
          </a:prstGeom>
          <a:solidFill>
            <a:srgbClr val="A6A6A6"/>
          </a:solidFill>
          <a:ln w="12700" cap="flat" cmpd="sng" algn="ctr">
            <a:noFill/>
            <a:prstDash val="solid"/>
            <a:miter lim="800000"/>
          </a:ln>
          <a:effectLst/>
        </p:spPr>
        <p:txBody>
          <a:bodyPr rtlCol="0" anchor="ctr"/>
          <a:lstStyle/>
          <a:p>
            <a:endParaRPr lang="en-US" sz="800" b="1" kern="0">
              <a:solidFill>
                <a:prstClr val="white"/>
              </a:solidFill>
              <a:cs typeface="Arial" panose="020B0604020202020204" pitchFamily="34" charset="0"/>
            </a:endParaRPr>
          </a:p>
        </p:txBody>
      </p:sp>
      <p:sp>
        <p:nvSpPr>
          <p:cNvPr id="37" name="Diamond 36">
            <a:extLst>
              <a:ext uri="{FF2B5EF4-FFF2-40B4-BE49-F238E27FC236}">
                <a16:creationId xmlns:a16="http://schemas.microsoft.com/office/drawing/2014/main" id="{DAE07562-F88E-6ADC-6685-D0E9D4584D7E}"/>
              </a:ext>
            </a:extLst>
          </p:cNvPr>
          <p:cNvSpPr/>
          <p:nvPr/>
        </p:nvSpPr>
        <p:spPr bwMode="auto">
          <a:xfrm>
            <a:off x="6281982" y="3957552"/>
            <a:ext cx="137882" cy="144463"/>
          </a:xfrm>
          <a:prstGeom prst="diamond">
            <a:avLst/>
          </a:prstGeom>
          <a:solidFill>
            <a:schemeClr val="tx2"/>
          </a:solidFill>
          <a:ln>
            <a:noFill/>
          </a:ln>
          <a:effectLst/>
        </p:spPr>
        <p:txBody>
          <a:bodyPr rtlCol="0" anchor="ctr"/>
          <a:lstStyle/>
          <a:p>
            <a:pPr algn="ctr" eaLnBrk="0" fontAlgn="base" hangingPunct="0">
              <a:spcBef>
                <a:spcPct val="0"/>
              </a:spcBef>
              <a:spcAft>
                <a:spcPct val="0"/>
              </a:spcAft>
              <a:buClr>
                <a:srgbClr val="000000"/>
              </a:buClr>
              <a:buFont typeface="Wingdings" pitchFamily="2" charset="2"/>
              <a:buNone/>
            </a:pPr>
            <a:endParaRPr lang="en-GB" sz="1200">
              <a:solidFill>
                <a:srgbClr val="000000"/>
              </a:solidFill>
            </a:endParaRPr>
          </a:p>
        </p:txBody>
      </p:sp>
      <p:sp>
        <p:nvSpPr>
          <p:cNvPr id="7" name="TextBox 6">
            <a:extLst>
              <a:ext uri="{FF2B5EF4-FFF2-40B4-BE49-F238E27FC236}">
                <a16:creationId xmlns:a16="http://schemas.microsoft.com/office/drawing/2014/main" id="{8973DC0F-1DD3-15DF-C0D2-1DD5E445C35C}"/>
              </a:ext>
            </a:extLst>
          </p:cNvPr>
          <p:cNvSpPr txBox="1"/>
          <p:nvPr/>
        </p:nvSpPr>
        <p:spPr>
          <a:xfrm>
            <a:off x="4660670" y="3913909"/>
            <a:ext cx="1690254" cy="253916"/>
          </a:xfrm>
          <a:prstGeom prst="rect">
            <a:avLst/>
          </a:prstGeom>
          <a:noFill/>
        </p:spPr>
        <p:txBody>
          <a:bodyPr wrap="square" rtlCol="0">
            <a:spAutoFit/>
          </a:bodyPr>
          <a:lstStyle/>
          <a:p>
            <a:pPr algn="r" rtl="1"/>
            <a:r>
              <a:rPr lang="ar-SA" sz="1050" dirty="0">
                <a:latin typeface="Tajawal" panose="00000500000000000000" pitchFamily="2" charset="-78"/>
                <a:cs typeface="Tajawal" panose="00000500000000000000" pitchFamily="2" charset="-78"/>
              </a:rPr>
              <a:t>إطلاق المرحلة الأولى (</a:t>
            </a:r>
            <a:r>
              <a:rPr lang="en-US" sz="1050" dirty="0">
                <a:latin typeface="Tajawal" panose="00000500000000000000" pitchFamily="2" charset="-78"/>
                <a:cs typeface="Tajawal" panose="00000500000000000000" pitchFamily="2" charset="-78"/>
              </a:rPr>
              <a:t>MVP</a:t>
            </a:r>
            <a:r>
              <a:rPr lang="ar-SA" sz="1050" dirty="0">
                <a:latin typeface="Tajawal" panose="00000500000000000000" pitchFamily="2" charset="-78"/>
                <a:cs typeface="Tajawal" panose="00000500000000000000" pitchFamily="2" charset="-78"/>
              </a:rPr>
              <a:t>)</a:t>
            </a:r>
            <a:endParaRPr lang="en-US" sz="1050" dirty="0">
              <a:latin typeface="Tajawal" panose="00000500000000000000" pitchFamily="2" charset="-78"/>
              <a:cs typeface="Tajawal" panose="00000500000000000000" pitchFamily="2" charset="-78"/>
            </a:endParaRPr>
          </a:p>
        </p:txBody>
      </p:sp>
      <p:sp>
        <p:nvSpPr>
          <p:cNvPr id="8" name="Diamond 7">
            <a:extLst>
              <a:ext uri="{FF2B5EF4-FFF2-40B4-BE49-F238E27FC236}">
                <a16:creationId xmlns:a16="http://schemas.microsoft.com/office/drawing/2014/main" id="{9F1B1FBA-5F0B-CD97-4BF8-0BE7DC24B35F}"/>
              </a:ext>
            </a:extLst>
          </p:cNvPr>
          <p:cNvSpPr/>
          <p:nvPr/>
        </p:nvSpPr>
        <p:spPr bwMode="auto">
          <a:xfrm>
            <a:off x="2749404" y="4399041"/>
            <a:ext cx="137882" cy="144463"/>
          </a:xfrm>
          <a:prstGeom prst="diamond">
            <a:avLst/>
          </a:prstGeom>
          <a:solidFill>
            <a:schemeClr val="tx2"/>
          </a:solidFill>
          <a:ln>
            <a:noFill/>
          </a:ln>
          <a:effectLst/>
        </p:spPr>
        <p:txBody>
          <a:bodyPr rtlCol="0" anchor="ctr"/>
          <a:lstStyle/>
          <a:p>
            <a:pPr algn="ctr" eaLnBrk="0" fontAlgn="base" hangingPunct="0">
              <a:spcBef>
                <a:spcPct val="0"/>
              </a:spcBef>
              <a:spcAft>
                <a:spcPct val="0"/>
              </a:spcAft>
              <a:buClr>
                <a:srgbClr val="000000"/>
              </a:buClr>
              <a:buFont typeface="Wingdings" pitchFamily="2" charset="2"/>
              <a:buNone/>
            </a:pPr>
            <a:endParaRPr lang="en-GB" sz="1200">
              <a:solidFill>
                <a:srgbClr val="000000"/>
              </a:solidFill>
            </a:endParaRPr>
          </a:p>
        </p:txBody>
      </p:sp>
      <p:sp>
        <p:nvSpPr>
          <p:cNvPr id="9" name="TextBox 8">
            <a:extLst>
              <a:ext uri="{FF2B5EF4-FFF2-40B4-BE49-F238E27FC236}">
                <a16:creationId xmlns:a16="http://schemas.microsoft.com/office/drawing/2014/main" id="{22DAEE5C-D032-F168-8BDB-A8F28C44F1E1}"/>
              </a:ext>
            </a:extLst>
          </p:cNvPr>
          <p:cNvSpPr txBox="1"/>
          <p:nvPr/>
        </p:nvSpPr>
        <p:spPr>
          <a:xfrm>
            <a:off x="615140" y="4355398"/>
            <a:ext cx="2203206" cy="253916"/>
          </a:xfrm>
          <a:prstGeom prst="rect">
            <a:avLst/>
          </a:prstGeom>
          <a:noFill/>
        </p:spPr>
        <p:txBody>
          <a:bodyPr wrap="square" rtlCol="0">
            <a:spAutoFit/>
          </a:bodyPr>
          <a:lstStyle/>
          <a:p>
            <a:pPr algn="r" rtl="1"/>
            <a:r>
              <a:rPr lang="ar-SA" sz="1050" dirty="0">
                <a:latin typeface="Tajawal" panose="00000500000000000000" pitchFamily="2" charset="-78"/>
                <a:cs typeface="Tajawal" panose="00000500000000000000" pitchFamily="2" charset="-78"/>
              </a:rPr>
              <a:t>إطلاق المرحلة الثانية (</a:t>
            </a:r>
            <a:r>
              <a:rPr lang="en-US" sz="1050" dirty="0">
                <a:latin typeface="Tajawal" panose="00000500000000000000" pitchFamily="2" charset="-78"/>
                <a:cs typeface="Tajawal" panose="00000500000000000000" pitchFamily="2" charset="-78"/>
              </a:rPr>
              <a:t>Full Scope</a:t>
            </a:r>
            <a:r>
              <a:rPr lang="ar-SA" sz="1050" dirty="0">
                <a:latin typeface="Tajawal" panose="00000500000000000000" pitchFamily="2" charset="-78"/>
                <a:cs typeface="Tajawal" panose="00000500000000000000" pitchFamily="2" charset="-78"/>
              </a:rPr>
              <a:t>)</a:t>
            </a:r>
            <a:endParaRPr lang="en-US" sz="1050" dirty="0">
              <a:latin typeface="Tajawal" panose="00000500000000000000" pitchFamily="2" charset="-78"/>
              <a:cs typeface="Tajawal" panose="00000500000000000000" pitchFamily="2" charset="-78"/>
            </a:endParaRPr>
          </a:p>
        </p:txBody>
      </p:sp>
      <p:sp>
        <p:nvSpPr>
          <p:cNvPr id="10" name="Arrow: Pentagon 4">
            <a:extLst>
              <a:ext uri="{FF2B5EF4-FFF2-40B4-BE49-F238E27FC236}">
                <a16:creationId xmlns:a16="http://schemas.microsoft.com/office/drawing/2014/main" id="{67A25A5E-A4D5-1F43-F9CD-DA6850711FFD}"/>
              </a:ext>
            </a:extLst>
          </p:cNvPr>
          <p:cNvSpPr/>
          <p:nvPr/>
        </p:nvSpPr>
        <p:spPr>
          <a:xfrm flipH="1" flipV="1">
            <a:off x="2812866" y="3559866"/>
            <a:ext cx="124298" cy="163460"/>
          </a:xfrm>
          <a:prstGeom prst="homePlate">
            <a:avLst/>
          </a:prstGeom>
          <a:solidFill>
            <a:srgbClr val="A6A6A6"/>
          </a:solidFill>
          <a:ln w="12700" cap="flat" cmpd="sng" algn="ctr">
            <a:noFill/>
            <a:prstDash val="solid"/>
            <a:miter lim="800000"/>
          </a:ln>
          <a:effectLst/>
        </p:spPr>
        <p:txBody>
          <a:bodyPr rtlCol="0" anchor="ctr"/>
          <a:lstStyle/>
          <a:p>
            <a:endParaRPr lang="en-US" sz="800" b="1" kern="0">
              <a:solidFill>
                <a:prstClr val="white"/>
              </a:solidFill>
              <a:cs typeface="Arial" panose="020B0604020202020204" pitchFamily="34" charset="0"/>
            </a:endParaRPr>
          </a:p>
        </p:txBody>
      </p:sp>
      <p:sp>
        <p:nvSpPr>
          <p:cNvPr id="11" name="Arrow: Pentagon 4">
            <a:extLst>
              <a:ext uri="{FF2B5EF4-FFF2-40B4-BE49-F238E27FC236}">
                <a16:creationId xmlns:a16="http://schemas.microsoft.com/office/drawing/2014/main" id="{4D0FA9C4-1AD4-ADD5-84A4-6A9AB9661C60}"/>
              </a:ext>
            </a:extLst>
          </p:cNvPr>
          <p:cNvSpPr/>
          <p:nvPr/>
        </p:nvSpPr>
        <p:spPr>
          <a:xfrm flipH="1" flipV="1">
            <a:off x="1064667" y="4892190"/>
            <a:ext cx="5281553" cy="159177"/>
          </a:xfrm>
          <a:prstGeom prst="homePlate">
            <a:avLst/>
          </a:prstGeom>
          <a:solidFill>
            <a:srgbClr val="A6A6A6"/>
          </a:solidFill>
          <a:ln w="12700" cap="flat" cmpd="sng" algn="ctr">
            <a:noFill/>
            <a:prstDash val="solid"/>
            <a:miter lim="800000"/>
          </a:ln>
          <a:effectLst/>
        </p:spPr>
        <p:txBody>
          <a:bodyPr rtlCol="0" anchor="ctr"/>
          <a:lstStyle/>
          <a:p>
            <a:endParaRPr lang="en-US" sz="800" b="1" kern="0">
              <a:solidFill>
                <a:prstClr val="white"/>
              </a:solidFill>
              <a:cs typeface="Arial" panose="020B0604020202020204" pitchFamily="34" charset="0"/>
            </a:endParaRPr>
          </a:p>
        </p:txBody>
      </p:sp>
      <p:sp>
        <p:nvSpPr>
          <p:cNvPr id="12" name="Arrow: Pentagon 4">
            <a:extLst>
              <a:ext uri="{FF2B5EF4-FFF2-40B4-BE49-F238E27FC236}">
                <a16:creationId xmlns:a16="http://schemas.microsoft.com/office/drawing/2014/main" id="{354C2ACF-8FD2-3029-5414-7903B025CC38}"/>
              </a:ext>
            </a:extLst>
          </p:cNvPr>
          <p:cNvSpPr/>
          <p:nvPr/>
        </p:nvSpPr>
        <p:spPr>
          <a:xfrm flipH="1" flipV="1">
            <a:off x="2477192" y="5276835"/>
            <a:ext cx="317479" cy="171601"/>
          </a:xfrm>
          <a:prstGeom prst="homePlate">
            <a:avLst/>
          </a:prstGeom>
          <a:solidFill>
            <a:srgbClr val="A6A6A6"/>
          </a:solidFill>
          <a:ln w="12700" cap="flat" cmpd="sng" algn="ctr">
            <a:noFill/>
            <a:prstDash val="solid"/>
            <a:miter lim="800000"/>
          </a:ln>
          <a:effectLst/>
        </p:spPr>
        <p:txBody>
          <a:bodyPr rtlCol="0" anchor="ctr"/>
          <a:lstStyle/>
          <a:p>
            <a:endParaRPr lang="en-US" sz="800" b="1" kern="0">
              <a:solidFill>
                <a:prstClr val="white"/>
              </a:solidFill>
              <a:cs typeface="Arial" panose="020B0604020202020204" pitchFamily="34" charset="0"/>
            </a:endParaRPr>
          </a:p>
        </p:txBody>
      </p:sp>
    </p:spTree>
    <p:extLst>
      <p:ext uri="{BB962C8B-B14F-4D97-AF65-F5344CB8AC3E}">
        <p14:creationId xmlns:p14="http://schemas.microsoft.com/office/powerpoint/2010/main" val="167595582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1">
            <a:extLst>
              <a:ext uri="{FF2B5EF4-FFF2-40B4-BE49-F238E27FC236}">
                <a16:creationId xmlns:a16="http://schemas.microsoft.com/office/drawing/2014/main" id="{2F657850-5D14-072A-4C88-EA1CCB732BC2}"/>
              </a:ext>
            </a:extLst>
          </p:cNvPr>
          <p:cNvSpPr txBox="1">
            <a:spLocks/>
          </p:cNvSpPr>
          <p:nvPr/>
        </p:nvSpPr>
        <p:spPr>
          <a:xfrm>
            <a:off x="6026332" y="2472986"/>
            <a:ext cx="5556068" cy="1683428"/>
          </a:xfrm>
          <a:prstGeom prst="rect">
            <a:avLst/>
          </a:prstGeom>
        </p:spPr>
        <p:txBody>
          <a:bodyPr anchor="ctr"/>
          <a:lstStyle>
            <a:lvl1pPr marL="0" indent="0" algn="l" defTabSz="914400" rtl="0" eaLnBrk="1" latinLnBrk="0" hangingPunct="1">
              <a:lnSpc>
                <a:spcPct val="90000"/>
              </a:lnSpc>
              <a:spcBef>
                <a:spcPts val="1000"/>
              </a:spcBef>
              <a:buFont typeface="Arial" panose="020B0604020202020204" pitchFamily="34" charset="0"/>
              <a:buNone/>
              <a:defRPr sz="4800" b="1" kern="1200">
                <a:solidFill>
                  <a:schemeClr val="accent2"/>
                </a:solidFill>
                <a:effectLst/>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ar-SA" dirty="0">
                <a:solidFill>
                  <a:schemeClr val="bg1"/>
                </a:solidFill>
                <a:latin typeface="Tajawal" panose="00000500000000000000" pitchFamily="2" charset="-78"/>
                <a:cs typeface="Tajawal" panose="00000500000000000000" pitchFamily="2" charset="-78"/>
              </a:rPr>
              <a:t>المخاطر / التحديات</a:t>
            </a:r>
            <a:endParaRPr lang="en-US" dirty="0">
              <a:solidFill>
                <a:schemeClr val="bg1"/>
              </a:solidFill>
              <a:latin typeface="Tajawal" panose="00000500000000000000" pitchFamily="2" charset="-78"/>
              <a:cs typeface="Tajawal" panose="00000500000000000000" pitchFamily="2" charset="-78"/>
            </a:endParaRPr>
          </a:p>
        </p:txBody>
      </p:sp>
      <p:sp>
        <p:nvSpPr>
          <p:cNvPr id="7" name="TextBox 6">
            <a:extLst>
              <a:ext uri="{FF2B5EF4-FFF2-40B4-BE49-F238E27FC236}">
                <a16:creationId xmlns:a16="http://schemas.microsoft.com/office/drawing/2014/main" id="{B9A627EB-940D-A70F-CE2D-459C357D6C8D}"/>
              </a:ext>
            </a:extLst>
          </p:cNvPr>
          <p:cNvSpPr txBox="1"/>
          <p:nvPr/>
        </p:nvSpPr>
        <p:spPr>
          <a:xfrm>
            <a:off x="609600" y="4000143"/>
            <a:ext cx="2133918" cy="240065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0" dirty="0">
                <a:solidFill>
                  <a:prstClr val="white"/>
                </a:solidFill>
                <a:effectLst>
                  <a:outerShdw blurRad="38100" dist="38100" dir="2700000" algn="tl">
                    <a:srgbClr val="000000">
                      <a:alpha val="43137"/>
                    </a:srgbClr>
                  </a:outerShdw>
                </a:effectLst>
                <a:latin typeface="DIN Next LT Arabic"/>
                <a:cs typeface="ntaqat"/>
              </a:rPr>
              <a:t>0</a:t>
            </a:r>
            <a:r>
              <a:rPr lang="ar-SA" sz="15000" dirty="0">
                <a:solidFill>
                  <a:prstClr val="white"/>
                </a:solidFill>
                <a:effectLst>
                  <a:outerShdw blurRad="38100" dist="38100" dir="2700000" algn="tl">
                    <a:srgbClr val="000000">
                      <a:alpha val="43137"/>
                    </a:srgbClr>
                  </a:outerShdw>
                </a:effectLst>
                <a:latin typeface="DIN Next LT Arabic"/>
                <a:cs typeface="ntaqat"/>
              </a:rPr>
              <a:t>3</a:t>
            </a:r>
            <a:endParaRPr kumimoji="0" lang="en-US" sz="150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DIN Next LT Arabic"/>
              <a:ea typeface="+mn-ea"/>
              <a:cs typeface="ntaqat"/>
            </a:endParaRPr>
          </a:p>
        </p:txBody>
      </p:sp>
    </p:spTree>
    <p:extLst>
      <p:ext uri="{BB962C8B-B14F-4D97-AF65-F5344CB8AC3E}">
        <p14:creationId xmlns:p14="http://schemas.microsoft.com/office/powerpoint/2010/main" val="284637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86080FC2-E039-78C6-B86B-C4B8EA0E6397}"/>
              </a:ext>
            </a:extLst>
          </p:cNvPr>
          <p:cNvSpPr txBox="1">
            <a:spLocks/>
          </p:cNvSpPr>
          <p:nvPr/>
        </p:nvSpPr>
        <p:spPr>
          <a:xfrm>
            <a:off x="11431560" y="6433840"/>
            <a:ext cx="44244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100" b="0" i="0" kern="1200" smtClean="0">
                <a:solidFill>
                  <a:srgbClr val="173C69"/>
                </a:solidFill>
                <a:latin typeface="DIN Next LT Arabic Medium" panose="020B0503020203050203" pitchFamily="34" charset="-78"/>
                <a:ea typeface="Bahij TheSansArabic Plain" charset="0"/>
                <a:cs typeface="DIN Next LT Arabic Medium" panose="020B0503020203050203" pitchFamily="34"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4A14BB5C-DD13-40B9-AE81-E3136D21A8E4}" type="slidenum">
              <a:rPr kumimoji="0" lang="en-US" sz="1100" b="0" i="0" u="none" strike="noStrike" kern="1200" cap="none" spc="0" normalizeH="0" baseline="0" noProof="0" smtClean="0">
                <a:ln>
                  <a:noFill/>
                </a:ln>
                <a:solidFill>
                  <a:srgbClr val="173C69"/>
                </a:solidFill>
                <a:effectLst/>
                <a:uLnTx/>
                <a:uFillTx/>
                <a:latin typeface="DIN Next LT Arabic Medium" panose="020B0503020203050203" pitchFamily="34" charset="-78"/>
                <a:cs typeface="DIN Next LT Arabic Medium" panose="020B0503020203050203" pitchFamily="34" charset="-78"/>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100" b="0" i="0" u="none" strike="noStrike" kern="1200" cap="none" spc="0" normalizeH="0" baseline="0" noProof="0">
              <a:ln>
                <a:noFill/>
              </a:ln>
              <a:solidFill>
                <a:srgbClr val="173C69"/>
              </a:solidFill>
              <a:effectLst/>
              <a:uLnTx/>
              <a:uFillTx/>
              <a:latin typeface="DIN Next LT Arabic Medium" panose="020B0503020203050203" pitchFamily="34" charset="-78"/>
              <a:cs typeface="DIN Next LT Arabic Medium" panose="020B0503020203050203" pitchFamily="34" charset="-78"/>
            </a:endParaRPr>
          </a:p>
        </p:txBody>
      </p:sp>
      <p:graphicFrame>
        <p:nvGraphicFramePr>
          <p:cNvPr id="8" name="Table 7">
            <a:extLst>
              <a:ext uri="{FF2B5EF4-FFF2-40B4-BE49-F238E27FC236}">
                <a16:creationId xmlns:a16="http://schemas.microsoft.com/office/drawing/2014/main" id="{05D7F4BF-25A8-8B76-1AFA-DC45F3097A9E}"/>
              </a:ext>
            </a:extLst>
          </p:cNvPr>
          <p:cNvGraphicFramePr>
            <a:graphicFrameLocks noGrp="1"/>
          </p:cNvGraphicFramePr>
          <p:nvPr>
            <p:extLst>
              <p:ext uri="{D42A27DB-BD31-4B8C-83A1-F6EECF244321}">
                <p14:modId xmlns:p14="http://schemas.microsoft.com/office/powerpoint/2010/main" val="2298965587"/>
              </p:ext>
            </p:extLst>
          </p:nvPr>
        </p:nvGraphicFramePr>
        <p:xfrm>
          <a:off x="129752" y="967791"/>
          <a:ext cx="11744248" cy="5390269"/>
        </p:xfrm>
        <a:graphic>
          <a:graphicData uri="http://schemas.openxmlformats.org/drawingml/2006/table">
            <a:tbl>
              <a:tblPr rtl="1"/>
              <a:tblGrid>
                <a:gridCol w="395284">
                  <a:extLst>
                    <a:ext uri="{9D8B030D-6E8A-4147-A177-3AD203B41FA5}">
                      <a16:colId xmlns:a16="http://schemas.microsoft.com/office/drawing/2014/main" val="3084839455"/>
                    </a:ext>
                  </a:extLst>
                </a:gridCol>
                <a:gridCol w="2446031">
                  <a:extLst>
                    <a:ext uri="{9D8B030D-6E8A-4147-A177-3AD203B41FA5}">
                      <a16:colId xmlns:a16="http://schemas.microsoft.com/office/drawing/2014/main" val="3538399608"/>
                    </a:ext>
                  </a:extLst>
                </a:gridCol>
                <a:gridCol w="732272">
                  <a:extLst>
                    <a:ext uri="{9D8B030D-6E8A-4147-A177-3AD203B41FA5}">
                      <a16:colId xmlns:a16="http://schemas.microsoft.com/office/drawing/2014/main" val="1117559397"/>
                    </a:ext>
                  </a:extLst>
                </a:gridCol>
                <a:gridCol w="740006">
                  <a:extLst>
                    <a:ext uri="{9D8B030D-6E8A-4147-A177-3AD203B41FA5}">
                      <a16:colId xmlns:a16="http://schemas.microsoft.com/office/drawing/2014/main" val="1786511032"/>
                    </a:ext>
                  </a:extLst>
                </a:gridCol>
                <a:gridCol w="936987">
                  <a:extLst>
                    <a:ext uri="{9D8B030D-6E8A-4147-A177-3AD203B41FA5}">
                      <a16:colId xmlns:a16="http://schemas.microsoft.com/office/drawing/2014/main" val="3477820403"/>
                    </a:ext>
                  </a:extLst>
                </a:gridCol>
                <a:gridCol w="899720">
                  <a:extLst>
                    <a:ext uri="{9D8B030D-6E8A-4147-A177-3AD203B41FA5}">
                      <a16:colId xmlns:a16="http://schemas.microsoft.com/office/drawing/2014/main" val="1756986282"/>
                    </a:ext>
                  </a:extLst>
                </a:gridCol>
                <a:gridCol w="692092">
                  <a:extLst>
                    <a:ext uri="{9D8B030D-6E8A-4147-A177-3AD203B41FA5}">
                      <a16:colId xmlns:a16="http://schemas.microsoft.com/office/drawing/2014/main" val="304140057"/>
                    </a:ext>
                  </a:extLst>
                </a:gridCol>
                <a:gridCol w="2284209">
                  <a:extLst>
                    <a:ext uri="{9D8B030D-6E8A-4147-A177-3AD203B41FA5}">
                      <a16:colId xmlns:a16="http://schemas.microsoft.com/office/drawing/2014/main" val="606843151"/>
                    </a:ext>
                  </a:extLst>
                </a:gridCol>
                <a:gridCol w="950249">
                  <a:extLst>
                    <a:ext uri="{9D8B030D-6E8A-4147-A177-3AD203B41FA5}">
                      <a16:colId xmlns:a16="http://schemas.microsoft.com/office/drawing/2014/main" val="123063880"/>
                    </a:ext>
                  </a:extLst>
                </a:gridCol>
                <a:gridCol w="824016">
                  <a:extLst>
                    <a:ext uri="{9D8B030D-6E8A-4147-A177-3AD203B41FA5}">
                      <a16:colId xmlns:a16="http://schemas.microsoft.com/office/drawing/2014/main" val="1051928365"/>
                    </a:ext>
                  </a:extLst>
                </a:gridCol>
                <a:gridCol w="843382">
                  <a:extLst>
                    <a:ext uri="{9D8B030D-6E8A-4147-A177-3AD203B41FA5}">
                      <a16:colId xmlns:a16="http://schemas.microsoft.com/office/drawing/2014/main" val="3838902602"/>
                    </a:ext>
                  </a:extLst>
                </a:gridCol>
              </a:tblGrid>
              <a:tr h="329565">
                <a:tc>
                  <a:txBody>
                    <a:bodyPr/>
                    <a:lstStyle>
                      <a:lvl1pPr marL="0" algn="l" defTabSz="914400" rtl="0" eaLnBrk="1" latinLnBrk="0" hangingPunct="1">
                        <a:defRPr sz="1800" kern="1200">
                          <a:solidFill>
                            <a:schemeClr val="tx1"/>
                          </a:solidFill>
                          <a:latin typeface="Arial Narrow"/>
                        </a:defRPr>
                      </a:lvl1pPr>
                      <a:lvl2pPr marL="457200" algn="l" defTabSz="914400" rtl="0" eaLnBrk="1" latinLnBrk="0" hangingPunct="1">
                        <a:defRPr sz="1800" kern="1200">
                          <a:solidFill>
                            <a:schemeClr val="tx1"/>
                          </a:solidFill>
                          <a:latin typeface="Arial Narrow"/>
                        </a:defRPr>
                      </a:lvl2pPr>
                      <a:lvl3pPr marL="914400" algn="l" defTabSz="914400" rtl="0" eaLnBrk="1" latinLnBrk="0" hangingPunct="1">
                        <a:defRPr sz="1800" kern="1200">
                          <a:solidFill>
                            <a:schemeClr val="tx1"/>
                          </a:solidFill>
                          <a:latin typeface="Arial Narrow"/>
                        </a:defRPr>
                      </a:lvl3pPr>
                      <a:lvl4pPr marL="1371600" algn="l" defTabSz="914400" rtl="0" eaLnBrk="1" latinLnBrk="0" hangingPunct="1">
                        <a:defRPr sz="1800" kern="1200">
                          <a:solidFill>
                            <a:schemeClr val="tx1"/>
                          </a:solidFill>
                          <a:latin typeface="Arial Narrow"/>
                        </a:defRPr>
                      </a:lvl4pPr>
                      <a:lvl5pPr marL="1828800" algn="l" defTabSz="914400" rtl="0" eaLnBrk="1" latinLnBrk="0" hangingPunct="1">
                        <a:defRPr sz="1800" kern="1200">
                          <a:solidFill>
                            <a:schemeClr val="tx1"/>
                          </a:solidFill>
                          <a:latin typeface="Arial Narrow"/>
                        </a:defRPr>
                      </a:lvl5pPr>
                      <a:lvl6pPr marL="2286000" algn="l" defTabSz="914400" rtl="0" eaLnBrk="1" latinLnBrk="0" hangingPunct="1">
                        <a:defRPr sz="1800" kern="1200">
                          <a:solidFill>
                            <a:schemeClr val="tx1"/>
                          </a:solidFill>
                          <a:latin typeface="Arial Narrow"/>
                        </a:defRPr>
                      </a:lvl6pPr>
                      <a:lvl7pPr marL="2743200" algn="l" defTabSz="914400" rtl="0" eaLnBrk="1" latinLnBrk="0" hangingPunct="1">
                        <a:defRPr sz="1800" kern="1200">
                          <a:solidFill>
                            <a:schemeClr val="tx1"/>
                          </a:solidFill>
                          <a:latin typeface="Arial Narrow"/>
                        </a:defRPr>
                      </a:lvl7pPr>
                      <a:lvl8pPr marL="3200400" algn="l" defTabSz="914400" rtl="0" eaLnBrk="1" latinLnBrk="0" hangingPunct="1">
                        <a:defRPr sz="1800" kern="1200">
                          <a:solidFill>
                            <a:schemeClr val="tx1"/>
                          </a:solidFill>
                          <a:latin typeface="Arial Narrow"/>
                        </a:defRPr>
                      </a:lvl8pPr>
                      <a:lvl9pPr marL="3657600" algn="l" defTabSz="914400" rtl="0" eaLnBrk="1" latinLnBrk="0" hangingPunct="1">
                        <a:defRPr sz="1800" kern="1200">
                          <a:solidFill>
                            <a:schemeClr val="tx1"/>
                          </a:solidFill>
                          <a:latin typeface="Arial Narrow"/>
                        </a:defRPr>
                      </a:lvl9pPr>
                    </a:lstStyle>
                    <a:p>
                      <a:pPr algn="ctr" fontAlgn="ctr"/>
                      <a:r>
                        <a:rPr lang="en-US" sz="1200" b="1" i="0" u="none" strike="noStrike">
                          <a:solidFill>
                            <a:srgbClr val="FFFFFF"/>
                          </a:solidFill>
                          <a:effectLst/>
                          <a:latin typeface="Tajawal" panose="00000500000000000000" pitchFamily="2" charset="-78"/>
                          <a:cs typeface="Tajawal" panose="00000500000000000000" pitchFamily="2" charset="-78"/>
                        </a:rPr>
                        <a:t>#</a:t>
                      </a: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594C"/>
                    </a:solidFill>
                  </a:tcPr>
                </a:tc>
                <a:tc>
                  <a:txBody>
                    <a:bodyPr/>
                    <a:lstStyle>
                      <a:lvl1pPr marL="0" algn="l" defTabSz="914400" rtl="0" eaLnBrk="1" latinLnBrk="0" hangingPunct="1">
                        <a:defRPr sz="1800" kern="1200">
                          <a:solidFill>
                            <a:schemeClr val="tx1"/>
                          </a:solidFill>
                          <a:latin typeface="Arial Narrow"/>
                        </a:defRPr>
                      </a:lvl1pPr>
                      <a:lvl2pPr marL="457200" algn="l" defTabSz="914400" rtl="0" eaLnBrk="1" latinLnBrk="0" hangingPunct="1">
                        <a:defRPr sz="1800" kern="1200">
                          <a:solidFill>
                            <a:schemeClr val="tx1"/>
                          </a:solidFill>
                          <a:latin typeface="Arial Narrow"/>
                        </a:defRPr>
                      </a:lvl2pPr>
                      <a:lvl3pPr marL="914400" algn="l" defTabSz="914400" rtl="0" eaLnBrk="1" latinLnBrk="0" hangingPunct="1">
                        <a:defRPr sz="1800" kern="1200">
                          <a:solidFill>
                            <a:schemeClr val="tx1"/>
                          </a:solidFill>
                          <a:latin typeface="Arial Narrow"/>
                        </a:defRPr>
                      </a:lvl3pPr>
                      <a:lvl4pPr marL="1371600" algn="l" defTabSz="914400" rtl="0" eaLnBrk="1" latinLnBrk="0" hangingPunct="1">
                        <a:defRPr sz="1800" kern="1200">
                          <a:solidFill>
                            <a:schemeClr val="tx1"/>
                          </a:solidFill>
                          <a:latin typeface="Arial Narrow"/>
                        </a:defRPr>
                      </a:lvl4pPr>
                      <a:lvl5pPr marL="1828800" algn="l" defTabSz="914400" rtl="0" eaLnBrk="1" latinLnBrk="0" hangingPunct="1">
                        <a:defRPr sz="1800" kern="1200">
                          <a:solidFill>
                            <a:schemeClr val="tx1"/>
                          </a:solidFill>
                          <a:latin typeface="Arial Narrow"/>
                        </a:defRPr>
                      </a:lvl5pPr>
                      <a:lvl6pPr marL="2286000" algn="l" defTabSz="914400" rtl="0" eaLnBrk="1" latinLnBrk="0" hangingPunct="1">
                        <a:defRPr sz="1800" kern="1200">
                          <a:solidFill>
                            <a:schemeClr val="tx1"/>
                          </a:solidFill>
                          <a:latin typeface="Arial Narrow"/>
                        </a:defRPr>
                      </a:lvl6pPr>
                      <a:lvl7pPr marL="2743200" algn="l" defTabSz="914400" rtl="0" eaLnBrk="1" latinLnBrk="0" hangingPunct="1">
                        <a:defRPr sz="1800" kern="1200">
                          <a:solidFill>
                            <a:schemeClr val="tx1"/>
                          </a:solidFill>
                          <a:latin typeface="Arial Narrow"/>
                        </a:defRPr>
                      </a:lvl7pPr>
                      <a:lvl8pPr marL="3200400" algn="l" defTabSz="914400" rtl="0" eaLnBrk="1" latinLnBrk="0" hangingPunct="1">
                        <a:defRPr sz="1800" kern="1200">
                          <a:solidFill>
                            <a:schemeClr val="tx1"/>
                          </a:solidFill>
                          <a:latin typeface="Arial Narrow"/>
                        </a:defRPr>
                      </a:lvl8pPr>
                      <a:lvl9pPr marL="3657600" algn="l" defTabSz="914400" rtl="0" eaLnBrk="1" latinLnBrk="0" hangingPunct="1">
                        <a:defRPr sz="1800" kern="1200">
                          <a:solidFill>
                            <a:schemeClr val="tx1"/>
                          </a:solidFill>
                          <a:latin typeface="Arial Narrow"/>
                        </a:defRPr>
                      </a:lvl9pPr>
                    </a:lstStyle>
                    <a:p>
                      <a:pPr algn="ctr" fontAlgn="ctr"/>
                      <a:r>
                        <a:rPr lang="ar-JO" sz="1200" b="1" i="0" u="none" strike="noStrike" dirty="0">
                          <a:solidFill>
                            <a:srgbClr val="FFFFFF"/>
                          </a:solidFill>
                          <a:effectLst/>
                          <a:latin typeface="Tajawal" panose="00000500000000000000" pitchFamily="2" charset="-78"/>
                          <a:cs typeface="Tajawal" panose="00000500000000000000" pitchFamily="2" charset="-78"/>
                        </a:rPr>
                        <a:t>وصف الخطر / </a:t>
                      </a:r>
                      <a:r>
                        <a:rPr lang="ar-SA" sz="1200" b="1" i="0" u="none" strike="noStrike" dirty="0">
                          <a:solidFill>
                            <a:srgbClr val="FFFFFF"/>
                          </a:solidFill>
                          <a:effectLst/>
                          <a:latin typeface="Tajawal" panose="00000500000000000000" pitchFamily="2" charset="-78"/>
                          <a:cs typeface="Tajawal" panose="00000500000000000000" pitchFamily="2" charset="-78"/>
                        </a:rPr>
                        <a:t>التحدي</a:t>
                      </a:r>
                      <a:endParaRPr lang="en-US" sz="1200" b="1" i="0" u="none" strike="noStrike" dirty="0">
                        <a:solidFill>
                          <a:srgbClr val="FFFFFF"/>
                        </a:solidFill>
                        <a:effectLst/>
                        <a:latin typeface="Tajawal" panose="00000500000000000000" pitchFamily="2" charset="-78"/>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594C"/>
                    </a:solidFill>
                  </a:tcPr>
                </a:tc>
                <a:tc>
                  <a:txBody>
                    <a:bodyPr/>
                    <a:lstStyle/>
                    <a:p>
                      <a:pPr algn="ctr" fontAlgn="ctr"/>
                      <a:r>
                        <a:rPr lang="ar-SA" sz="1200" b="1" i="0" u="none" strike="noStrike" dirty="0">
                          <a:solidFill>
                            <a:srgbClr val="FFFFFF"/>
                          </a:solidFill>
                          <a:effectLst/>
                          <a:latin typeface="Tajawal" panose="00000500000000000000" pitchFamily="2" charset="-78"/>
                          <a:cs typeface="Tajawal" panose="00000500000000000000" pitchFamily="2" charset="-78"/>
                        </a:rPr>
                        <a:t>التصنيف</a:t>
                      </a:r>
                      <a:endParaRPr lang="en-US" sz="1200" b="1" i="0" u="none" strike="noStrike" dirty="0">
                        <a:solidFill>
                          <a:srgbClr val="FFFFFF"/>
                        </a:solidFill>
                        <a:effectLst/>
                        <a:latin typeface="Tajawal" panose="00000500000000000000" pitchFamily="2" charset="-78"/>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594C"/>
                    </a:solidFill>
                  </a:tcPr>
                </a:tc>
                <a:tc>
                  <a:txBody>
                    <a:bodyPr/>
                    <a:lstStyle>
                      <a:lvl1pPr marL="0" algn="l" defTabSz="914400" rtl="0" eaLnBrk="1" latinLnBrk="0" hangingPunct="1">
                        <a:defRPr sz="1800" kern="1200">
                          <a:solidFill>
                            <a:schemeClr val="tx1"/>
                          </a:solidFill>
                          <a:latin typeface="Arial Narrow"/>
                        </a:defRPr>
                      </a:lvl1pPr>
                      <a:lvl2pPr marL="457200" algn="l" defTabSz="914400" rtl="0" eaLnBrk="1" latinLnBrk="0" hangingPunct="1">
                        <a:defRPr sz="1800" kern="1200">
                          <a:solidFill>
                            <a:schemeClr val="tx1"/>
                          </a:solidFill>
                          <a:latin typeface="Arial Narrow"/>
                        </a:defRPr>
                      </a:lvl2pPr>
                      <a:lvl3pPr marL="914400" algn="l" defTabSz="914400" rtl="0" eaLnBrk="1" latinLnBrk="0" hangingPunct="1">
                        <a:defRPr sz="1800" kern="1200">
                          <a:solidFill>
                            <a:schemeClr val="tx1"/>
                          </a:solidFill>
                          <a:latin typeface="Arial Narrow"/>
                        </a:defRPr>
                      </a:lvl3pPr>
                      <a:lvl4pPr marL="1371600" algn="l" defTabSz="914400" rtl="0" eaLnBrk="1" latinLnBrk="0" hangingPunct="1">
                        <a:defRPr sz="1800" kern="1200">
                          <a:solidFill>
                            <a:schemeClr val="tx1"/>
                          </a:solidFill>
                          <a:latin typeface="Arial Narrow"/>
                        </a:defRPr>
                      </a:lvl4pPr>
                      <a:lvl5pPr marL="1828800" algn="l" defTabSz="914400" rtl="0" eaLnBrk="1" latinLnBrk="0" hangingPunct="1">
                        <a:defRPr sz="1800" kern="1200">
                          <a:solidFill>
                            <a:schemeClr val="tx1"/>
                          </a:solidFill>
                          <a:latin typeface="Arial Narrow"/>
                        </a:defRPr>
                      </a:lvl5pPr>
                      <a:lvl6pPr marL="2286000" algn="l" defTabSz="914400" rtl="0" eaLnBrk="1" latinLnBrk="0" hangingPunct="1">
                        <a:defRPr sz="1800" kern="1200">
                          <a:solidFill>
                            <a:schemeClr val="tx1"/>
                          </a:solidFill>
                          <a:latin typeface="Arial Narrow"/>
                        </a:defRPr>
                      </a:lvl6pPr>
                      <a:lvl7pPr marL="2743200" algn="l" defTabSz="914400" rtl="0" eaLnBrk="1" latinLnBrk="0" hangingPunct="1">
                        <a:defRPr sz="1800" kern="1200">
                          <a:solidFill>
                            <a:schemeClr val="tx1"/>
                          </a:solidFill>
                          <a:latin typeface="Arial Narrow"/>
                        </a:defRPr>
                      </a:lvl7pPr>
                      <a:lvl8pPr marL="3200400" algn="l" defTabSz="914400" rtl="0" eaLnBrk="1" latinLnBrk="0" hangingPunct="1">
                        <a:defRPr sz="1800" kern="1200">
                          <a:solidFill>
                            <a:schemeClr val="tx1"/>
                          </a:solidFill>
                          <a:latin typeface="Arial Narrow"/>
                        </a:defRPr>
                      </a:lvl8pPr>
                      <a:lvl9pPr marL="3657600" algn="l" defTabSz="914400" rtl="0" eaLnBrk="1" latinLnBrk="0" hangingPunct="1">
                        <a:defRPr sz="1800" kern="1200">
                          <a:solidFill>
                            <a:schemeClr val="tx1"/>
                          </a:solidFill>
                          <a:latin typeface="Arial Narrow"/>
                        </a:defRPr>
                      </a:lvl9pPr>
                    </a:lstStyle>
                    <a:p>
                      <a:pPr algn="ctr" fontAlgn="ctr"/>
                      <a:r>
                        <a:rPr lang="ar-JO" sz="1200" b="1" i="0" u="none" strike="noStrike" dirty="0">
                          <a:solidFill>
                            <a:srgbClr val="FFFFFF"/>
                          </a:solidFill>
                          <a:effectLst/>
                          <a:latin typeface="Tajawal" panose="00000500000000000000" pitchFamily="2" charset="-78"/>
                          <a:cs typeface="Tajawal" panose="00000500000000000000" pitchFamily="2" charset="-78"/>
                        </a:rPr>
                        <a:t>النطاق</a:t>
                      </a:r>
                      <a:endParaRPr lang="en-US" sz="1200" b="1" i="0" u="none" strike="noStrike" dirty="0">
                        <a:solidFill>
                          <a:srgbClr val="FFFFFF"/>
                        </a:solidFill>
                        <a:effectLst/>
                        <a:latin typeface="Tajawal" panose="00000500000000000000" pitchFamily="2" charset="-78"/>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594C"/>
                    </a:solidFill>
                  </a:tcPr>
                </a:tc>
                <a:tc>
                  <a:txBody>
                    <a:bodyPr/>
                    <a:lstStyle>
                      <a:lvl1pPr marL="0" algn="l" defTabSz="914400" rtl="0" eaLnBrk="1" latinLnBrk="0" hangingPunct="1">
                        <a:defRPr sz="1800" kern="1200">
                          <a:solidFill>
                            <a:schemeClr val="tx1"/>
                          </a:solidFill>
                          <a:latin typeface="Arial Narrow"/>
                        </a:defRPr>
                      </a:lvl1pPr>
                      <a:lvl2pPr marL="457200" algn="l" defTabSz="914400" rtl="0" eaLnBrk="1" latinLnBrk="0" hangingPunct="1">
                        <a:defRPr sz="1800" kern="1200">
                          <a:solidFill>
                            <a:schemeClr val="tx1"/>
                          </a:solidFill>
                          <a:latin typeface="Arial Narrow"/>
                        </a:defRPr>
                      </a:lvl2pPr>
                      <a:lvl3pPr marL="914400" algn="l" defTabSz="914400" rtl="0" eaLnBrk="1" latinLnBrk="0" hangingPunct="1">
                        <a:defRPr sz="1800" kern="1200">
                          <a:solidFill>
                            <a:schemeClr val="tx1"/>
                          </a:solidFill>
                          <a:latin typeface="Arial Narrow"/>
                        </a:defRPr>
                      </a:lvl3pPr>
                      <a:lvl4pPr marL="1371600" algn="l" defTabSz="914400" rtl="0" eaLnBrk="1" latinLnBrk="0" hangingPunct="1">
                        <a:defRPr sz="1800" kern="1200">
                          <a:solidFill>
                            <a:schemeClr val="tx1"/>
                          </a:solidFill>
                          <a:latin typeface="Arial Narrow"/>
                        </a:defRPr>
                      </a:lvl4pPr>
                      <a:lvl5pPr marL="1828800" algn="l" defTabSz="914400" rtl="0" eaLnBrk="1" latinLnBrk="0" hangingPunct="1">
                        <a:defRPr sz="1800" kern="1200">
                          <a:solidFill>
                            <a:schemeClr val="tx1"/>
                          </a:solidFill>
                          <a:latin typeface="Arial Narrow"/>
                        </a:defRPr>
                      </a:lvl5pPr>
                      <a:lvl6pPr marL="2286000" algn="l" defTabSz="914400" rtl="0" eaLnBrk="1" latinLnBrk="0" hangingPunct="1">
                        <a:defRPr sz="1800" kern="1200">
                          <a:solidFill>
                            <a:schemeClr val="tx1"/>
                          </a:solidFill>
                          <a:latin typeface="Arial Narrow"/>
                        </a:defRPr>
                      </a:lvl6pPr>
                      <a:lvl7pPr marL="2743200" algn="l" defTabSz="914400" rtl="0" eaLnBrk="1" latinLnBrk="0" hangingPunct="1">
                        <a:defRPr sz="1800" kern="1200">
                          <a:solidFill>
                            <a:schemeClr val="tx1"/>
                          </a:solidFill>
                          <a:latin typeface="Arial Narrow"/>
                        </a:defRPr>
                      </a:lvl7pPr>
                      <a:lvl8pPr marL="3200400" algn="l" defTabSz="914400" rtl="0" eaLnBrk="1" latinLnBrk="0" hangingPunct="1">
                        <a:defRPr sz="1800" kern="1200">
                          <a:solidFill>
                            <a:schemeClr val="tx1"/>
                          </a:solidFill>
                          <a:latin typeface="Arial Narrow"/>
                        </a:defRPr>
                      </a:lvl8pPr>
                      <a:lvl9pPr marL="3657600" algn="l" defTabSz="914400" rtl="0" eaLnBrk="1" latinLnBrk="0" hangingPunct="1">
                        <a:defRPr sz="1800" kern="1200">
                          <a:solidFill>
                            <a:schemeClr val="tx1"/>
                          </a:solidFill>
                          <a:latin typeface="Arial Narrow"/>
                        </a:defRPr>
                      </a:lvl9pPr>
                    </a:lstStyle>
                    <a:p>
                      <a:pPr algn="ctr" fontAlgn="ctr"/>
                      <a:r>
                        <a:rPr lang="ar-JO" sz="1200" b="1" i="0" u="none" strike="noStrike" dirty="0">
                          <a:solidFill>
                            <a:srgbClr val="FFFFFF"/>
                          </a:solidFill>
                          <a:effectLst/>
                          <a:latin typeface="Tajawal" panose="00000500000000000000" pitchFamily="2" charset="-78"/>
                          <a:cs typeface="Tajawal" panose="00000500000000000000" pitchFamily="2" charset="-78"/>
                        </a:rPr>
                        <a:t>الفئة</a:t>
                      </a:r>
                      <a:endParaRPr lang="en-US" sz="1200" b="1" i="0" u="none" strike="noStrike" dirty="0">
                        <a:solidFill>
                          <a:srgbClr val="FFFFFF"/>
                        </a:solidFill>
                        <a:effectLst/>
                        <a:latin typeface="Tajawal" panose="00000500000000000000" pitchFamily="2" charset="-78"/>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594C"/>
                    </a:solidFill>
                  </a:tcPr>
                </a:tc>
                <a:tc>
                  <a:txBody>
                    <a:bodyPr/>
                    <a:lstStyle>
                      <a:lvl1pPr marL="0" algn="l" defTabSz="914400" rtl="0" eaLnBrk="1" latinLnBrk="0" hangingPunct="1">
                        <a:defRPr sz="1800" kern="1200">
                          <a:solidFill>
                            <a:schemeClr val="tx1"/>
                          </a:solidFill>
                          <a:latin typeface="Arial Narrow"/>
                        </a:defRPr>
                      </a:lvl1pPr>
                      <a:lvl2pPr marL="457200" algn="l" defTabSz="914400" rtl="0" eaLnBrk="1" latinLnBrk="0" hangingPunct="1">
                        <a:defRPr sz="1800" kern="1200">
                          <a:solidFill>
                            <a:schemeClr val="tx1"/>
                          </a:solidFill>
                          <a:latin typeface="Arial Narrow"/>
                        </a:defRPr>
                      </a:lvl2pPr>
                      <a:lvl3pPr marL="914400" algn="l" defTabSz="914400" rtl="0" eaLnBrk="1" latinLnBrk="0" hangingPunct="1">
                        <a:defRPr sz="1800" kern="1200">
                          <a:solidFill>
                            <a:schemeClr val="tx1"/>
                          </a:solidFill>
                          <a:latin typeface="Arial Narrow"/>
                        </a:defRPr>
                      </a:lvl3pPr>
                      <a:lvl4pPr marL="1371600" algn="l" defTabSz="914400" rtl="0" eaLnBrk="1" latinLnBrk="0" hangingPunct="1">
                        <a:defRPr sz="1800" kern="1200">
                          <a:solidFill>
                            <a:schemeClr val="tx1"/>
                          </a:solidFill>
                          <a:latin typeface="Arial Narrow"/>
                        </a:defRPr>
                      </a:lvl4pPr>
                      <a:lvl5pPr marL="1828800" algn="l" defTabSz="914400" rtl="0" eaLnBrk="1" latinLnBrk="0" hangingPunct="1">
                        <a:defRPr sz="1800" kern="1200">
                          <a:solidFill>
                            <a:schemeClr val="tx1"/>
                          </a:solidFill>
                          <a:latin typeface="Arial Narrow"/>
                        </a:defRPr>
                      </a:lvl5pPr>
                      <a:lvl6pPr marL="2286000" algn="l" defTabSz="914400" rtl="0" eaLnBrk="1" latinLnBrk="0" hangingPunct="1">
                        <a:defRPr sz="1800" kern="1200">
                          <a:solidFill>
                            <a:schemeClr val="tx1"/>
                          </a:solidFill>
                          <a:latin typeface="Arial Narrow"/>
                        </a:defRPr>
                      </a:lvl6pPr>
                      <a:lvl7pPr marL="2743200" algn="l" defTabSz="914400" rtl="0" eaLnBrk="1" latinLnBrk="0" hangingPunct="1">
                        <a:defRPr sz="1800" kern="1200">
                          <a:solidFill>
                            <a:schemeClr val="tx1"/>
                          </a:solidFill>
                          <a:latin typeface="Arial Narrow"/>
                        </a:defRPr>
                      </a:lvl7pPr>
                      <a:lvl8pPr marL="3200400" algn="l" defTabSz="914400" rtl="0" eaLnBrk="1" latinLnBrk="0" hangingPunct="1">
                        <a:defRPr sz="1800" kern="1200">
                          <a:solidFill>
                            <a:schemeClr val="tx1"/>
                          </a:solidFill>
                          <a:latin typeface="Arial Narrow"/>
                        </a:defRPr>
                      </a:lvl8pPr>
                      <a:lvl9pPr marL="3657600" algn="l" defTabSz="914400" rtl="0" eaLnBrk="1" latinLnBrk="0" hangingPunct="1">
                        <a:defRPr sz="1800" kern="1200">
                          <a:solidFill>
                            <a:schemeClr val="tx1"/>
                          </a:solidFill>
                          <a:latin typeface="Arial Narrow"/>
                        </a:defRPr>
                      </a:lvl9pPr>
                    </a:lstStyle>
                    <a:p>
                      <a:pPr algn="ctr" fontAlgn="ctr"/>
                      <a:r>
                        <a:rPr lang="ar-JO" sz="1200" b="1" i="0" u="none" strike="noStrike" dirty="0">
                          <a:solidFill>
                            <a:srgbClr val="FFFFFF"/>
                          </a:solidFill>
                          <a:effectLst/>
                          <a:latin typeface="Tajawal" panose="00000500000000000000" pitchFamily="2" charset="-78"/>
                          <a:cs typeface="Tajawal" panose="00000500000000000000" pitchFamily="2" charset="-78"/>
                        </a:rPr>
                        <a:t>الاحتمالية</a:t>
                      </a:r>
                      <a:endParaRPr lang="en-US" sz="1200" b="1" i="0" u="none" strike="noStrike" dirty="0">
                        <a:solidFill>
                          <a:srgbClr val="FFFFFF"/>
                        </a:solidFill>
                        <a:effectLst/>
                        <a:latin typeface="Tajawal" panose="00000500000000000000" pitchFamily="2" charset="-78"/>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594C"/>
                    </a:solidFill>
                  </a:tcPr>
                </a:tc>
                <a:tc>
                  <a:txBody>
                    <a:bodyPr/>
                    <a:lstStyle>
                      <a:lvl1pPr marL="0" algn="l" defTabSz="914400" rtl="0" eaLnBrk="1" latinLnBrk="0" hangingPunct="1">
                        <a:defRPr sz="1800" kern="1200">
                          <a:solidFill>
                            <a:schemeClr val="tx1"/>
                          </a:solidFill>
                          <a:latin typeface="Arial Narrow"/>
                        </a:defRPr>
                      </a:lvl1pPr>
                      <a:lvl2pPr marL="457200" algn="l" defTabSz="914400" rtl="0" eaLnBrk="1" latinLnBrk="0" hangingPunct="1">
                        <a:defRPr sz="1800" kern="1200">
                          <a:solidFill>
                            <a:schemeClr val="tx1"/>
                          </a:solidFill>
                          <a:latin typeface="Arial Narrow"/>
                        </a:defRPr>
                      </a:lvl2pPr>
                      <a:lvl3pPr marL="914400" algn="l" defTabSz="914400" rtl="0" eaLnBrk="1" latinLnBrk="0" hangingPunct="1">
                        <a:defRPr sz="1800" kern="1200">
                          <a:solidFill>
                            <a:schemeClr val="tx1"/>
                          </a:solidFill>
                          <a:latin typeface="Arial Narrow"/>
                        </a:defRPr>
                      </a:lvl3pPr>
                      <a:lvl4pPr marL="1371600" algn="l" defTabSz="914400" rtl="0" eaLnBrk="1" latinLnBrk="0" hangingPunct="1">
                        <a:defRPr sz="1800" kern="1200">
                          <a:solidFill>
                            <a:schemeClr val="tx1"/>
                          </a:solidFill>
                          <a:latin typeface="Arial Narrow"/>
                        </a:defRPr>
                      </a:lvl4pPr>
                      <a:lvl5pPr marL="1828800" algn="l" defTabSz="914400" rtl="0" eaLnBrk="1" latinLnBrk="0" hangingPunct="1">
                        <a:defRPr sz="1800" kern="1200">
                          <a:solidFill>
                            <a:schemeClr val="tx1"/>
                          </a:solidFill>
                          <a:latin typeface="Arial Narrow"/>
                        </a:defRPr>
                      </a:lvl5pPr>
                      <a:lvl6pPr marL="2286000" algn="l" defTabSz="914400" rtl="0" eaLnBrk="1" latinLnBrk="0" hangingPunct="1">
                        <a:defRPr sz="1800" kern="1200">
                          <a:solidFill>
                            <a:schemeClr val="tx1"/>
                          </a:solidFill>
                          <a:latin typeface="Arial Narrow"/>
                        </a:defRPr>
                      </a:lvl6pPr>
                      <a:lvl7pPr marL="2743200" algn="l" defTabSz="914400" rtl="0" eaLnBrk="1" latinLnBrk="0" hangingPunct="1">
                        <a:defRPr sz="1800" kern="1200">
                          <a:solidFill>
                            <a:schemeClr val="tx1"/>
                          </a:solidFill>
                          <a:latin typeface="Arial Narrow"/>
                        </a:defRPr>
                      </a:lvl7pPr>
                      <a:lvl8pPr marL="3200400" algn="l" defTabSz="914400" rtl="0" eaLnBrk="1" latinLnBrk="0" hangingPunct="1">
                        <a:defRPr sz="1800" kern="1200">
                          <a:solidFill>
                            <a:schemeClr val="tx1"/>
                          </a:solidFill>
                          <a:latin typeface="Arial Narrow"/>
                        </a:defRPr>
                      </a:lvl8pPr>
                      <a:lvl9pPr marL="3657600" algn="l" defTabSz="914400" rtl="0" eaLnBrk="1" latinLnBrk="0" hangingPunct="1">
                        <a:defRPr sz="1800" kern="1200">
                          <a:solidFill>
                            <a:schemeClr val="tx1"/>
                          </a:solidFill>
                          <a:latin typeface="Arial Narrow"/>
                        </a:defRPr>
                      </a:lvl9pPr>
                    </a:lstStyle>
                    <a:p>
                      <a:pPr algn="ctr" fontAlgn="ctr"/>
                      <a:r>
                        <a:rPr lang="ar-JO" sz="1200" b="1" i="0" u="none" strike="noStrike" dirty="0">
                          <a:solidFill>
                            <a:srgbClr val="FFFFFF"/>
                          </a:solidFill>
                          <a:effectLst/>
                          <a:latin typeface="Tajawal" panose="00000500000000000000" pitchFamily="2" charset="-78"/>
                          <a:cs typeface="Tajawal" panose="00000500000000000000" pitchFamily="2" charset="-78"/>
                        </a:rPr>
                        <a:t>التأثير</a:t>
                      </a:r>
                      <a:endParaRPr lang="en-US" sz="1200" b="1" i="0" u="none" strike="noStrike" dirty="0">
                        <a:solidFill>
                          <a:srgbClr val="FFFFFF"/>
                        </a:solidFill>
                        <a:effectLst/>
                        <a:latin typeface="Tajawal" panose="00000500000000000000" pitchFamily="2" charset="-78"/>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594C"/>
                    </a:solidFill>
                  </a:tcPr>
                </a:tc>
                <a:tc>
                  <a:txBody>
                    <a:bodyPr/>
                    <a:lstStyle>
                      <a:lvl1pPr marL="0" algn="l" defTabSz="914400" rtl="0" eaLnBrk="1" latinLnBrk="0" hangingPunct="1">
                        <a:defRPr sz="1800" kern="1200">
                          <a:solidFill>
                            <a:schemeClr val="tx1"/>
                          </a:solidFill>
                          <a:latin typeface="Arial Narrow"/>
                        </a:defRPr>
                      </a:lvl1pPr>
                      <a:lvl2pPr marL="457200" algn="l" defTabSz="914400" rtl="0" eaLnBrk="1" latinLnBrk="0" hangingPunct="1">
                        <a:defRPr sz="1800" kern="1200">
                          <a:solidFill>
                            <a:schemeClr val="tx1"/>
                          </a:solidFill>
                          <a:latin typeface="Arial Narrow"/>
                        </a:defRPr>
                      </a:lvl2pPr>
                      <a:lvl3pPr marL="914400" algn="l" defTabSz="914400" rtl="0" eaLnBrk="1" latinLnBrk="0" hangingPunct="1">
                        <a:defRPr sz="1800" kern="1200">
                          <a:solidFill>
                            <a:schemeClr val="tx1"/>
                          </a:solidFill>
                          <a:latin typeface="Arial Narrow"/>
                        </a:defRPr>
                      </a:lvl3pPr>
                      <a:lvl4pPr marL="1371600" algn="l" defTabSz="914400" rtl="0" eaLnBrk="1" latinLnBrk="0" hangingPunct="1">
                        <a:defRPr sz="1800" kern="1200">
                          <a:solidFill>
                            <a:schemeClr val="tx1"/>
                          </a:solidFill>
                          <a:latin typeface="Arial Narrow"/>
                        </a:defRPr>
                      </a:lvl4pPr>
                      <a:lvl5pPr marL="1828800" algn="l" defTabSz="914400" rtl="0" eaLnBrk="1" latinLnBrk="0" hangingPunct="1">
                        <a:defRPr sz="1800" kern="1200">
                          <a:solidFill>
                            <a:schemeClr val="tx1"/>
                          </a:solidFill>
                          <a:latin typeface="Arial Narrow"/>
                        </a:defRPr>
                      </a:lvl5pPr>
                      <a:lvl6pPr marL="2286000" algn="l" defTabSz="914400" rtl="0" eaLnBrk="1" latinLnBrk="0" hangingPunct="1">
                        <a:defRPr sz="1800" kern="1200">
                          <a:solidFill>
                            <a:schemeClr val="tx1"/>
                          </a:solidFill>
                          <a:latin typeface="Arial Narrow"/>
                        </a:defRPr>
                      </a:lvl6pPr>
                      <a:lvl7pPr marL="2743200" algn="l" defTabSz="914400" rtl="0" eaLnBrk="1" latinLnBrk="0" hangingPunct="1">
                        <a:defRPr sz="1800" kern="1200">
                          <a:solidFill>
                            <a:schemeClr val="tx1"/>
                          </a:solidFill>
                          <a:latin typeface="Arial Narrow"/>
                        </a:defRPr>
                      </a:lvl7pPr>
                      <a:lvl8pPr marL="3200400" algn="l" defTabSz="914400" rtl="0" eaLnBrk="1" latinLnBrk="0" hangingPunct="1">
                        <a:defRPr sz="1800" kern="1200">
                          <a:solidFill>
                            <a:schemeClr val="tx1"/>
                          </a:solidFill>
                          <a:latin typeface="Arial Narrow"/>
                        </a:defRPr>
                      </a:lvl8pPr>
                      <a:lvl9pPr marL="3657600" algn="l" defTabSz="914400" rtl="0" eaLnBrk="1" latinLnBrk="0" hangingPunct="1">
                        <a:defRPr sz="1800" kern="1200">
                          <a:solidFill>
                            <a:schemeClr val="tx1"/>
                          </a:solidFill>
                          <a:latin typeface="Arial Narrow"/>
                        </a:defRPr>
                      </a:lvl9pPr>
                    </a:lstStyle>
                    <a:p>
                      <a:pPr algn="ctr" fontAlgn="ctr"/>
                      <a:r>
                        <a:rPr lang="ar-JO" sz="1000" b="1" strike="noStrike" kern="100" dirty="0">
                          <a:solidFill>
                            <a:schemeClr val="bg1"/>
                          </a:solidFill>
                          <a:effectLst/>
                          <a:latin typeface="Tajawal" panose="00000500000000000000" pitchFamily="2" charset="-78"/>
                          <a:ea typeface="+mn-ea"/>
                          <a:cs typeface="Tajawal" panose="00000500000000000000" pitchFamily="2" charset="-78"/>
                        </a:rPr>
                        <a:t>خطة المعالجة</a:t>
                      </a:r>
                      <a:endParaRPr lang="en-US" sz="1000" b="1" strike="noStrike" kern="100" dirty="0">
                        <a:solidFill>
                          <a:schemeClr val="bg1"/>
                        </a:solidFill>
                        <a:effectLst/>
                        <a:latin typeface="Tajawal" panose="00000500000000000000" pitchFamily="2" charset="-78"/>
                        <a:ea typeface="+mn-ea"/>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594C"/>
                    </a:solidFill>
                  </a:tcPr>
                </a:tc>
                <a:tc>
                  <a:txBody>
                    <a:bodyPr/>
                    <a:lstStyle/>
                    <a:p>
                      <a:pPr algn="ctr" fontAlgn="ctr"/>
                      <a:r>
                        <a:rPr lang="ar-SA" sz="1200" b="1" i="0" u="none" strike="noStrike" dirty="0">
                          <a:solidFill>
                            <a:srgbClr val="FFFFFF"/>
                          </a:solidFill>
                          <a:effectLst/>
                          <a:latin typeface="Tajawal" panose="00000500000000000000" pitchFamily="2" charset="-78"/>
                          <a:cs typeface="Tajawal" panose="00000500000000000000" pitchFamily="2" charset="-78"/>
                        </a:rPr>
                        <a:t>تاريخ الإغلاق المستهدف</a:t>
                      </a:r>
                      <a:endParaRPr lang="en-US" sz="1200" b="1" i="0" u="none" strike="noStrike" dirty="0">
                        <a:solidFill>
                          <a:srgbClr val="FFFFFF"/>
                        </a:solidFill>
                        <a:effectLst/>
                        <a:latin typeface="Tajawal" panose="00000500000000000000" pitchFamily="2" charset="-78"/>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594C"/>
                    </a:solidFill>
                  </a:tcPr>
                </a:tc>
                <a:tc>
                  <a:txBody>
                    <a:bodyPr/>
                    <a:lstStyle>
                      <a:lvl1pPr marL="0" algn="l" defTabSz="914400" rtl="0" eaLnBrk="1" latinLnBrk="0" hangingPunct="1">
                        <a:defRPr sz="1800" kern="1200">
                          <a:solidFill>
                            <a:schemeClr val="tx1"/>
                          </a:solidFill>
                          <a:latin typeface="Arial Narrow"/>
                        </a:defRPr>
                      </a:lvl1pPr>
                      <a:lvl2pPr marL="457200" algn="l" defTabSz="914400" rtl="0" eaLnBrk="1" latinLnBrk="0" hangingPunct="1">
                        <a:defRPr sz="1800" kern="1200">
                          <a:solidFill>
                            <a:schemeClr val="tx1"/>
                          </a:solidFill>
                          <a:latin typeface="Arial Narrow"/>
                        </a:defRPr>
                      </a:lvl2pPr>
                      <a:lvl3pPr marL="914400" algn="l" defTabSz="914400" rtl="0" eaLnBrk="1" latinLnBrk="0" hangingPunct="1">
                        <a:defRPr sz="1800" kern="1200">
                          <a:solidFill>
                            <a:schemeClr val="tx1"/>
                          </a:solidFill>
                          <a:latin typeface="Arial Narrow"/>
                        </a:defRPr>
                      </a:lvl3pPr>
                      <a:lvl4pPr marL="1371600" algn="l" defTabSz="914400" rtl="0" eaLnBrk="1" latinLnBrk="0" hangingPunct="1">
                        <a:defRPr sz="1800" kern="1200">
                          <a:solidFill>
                            <a:schemeClr val="tx1"/>
                          </a:solidFill>
                          <a:latin typeface="Arial Narrow"/>
                        </a:defRPr>
                      </a:lvl4pPr>
                      <a:lvl5pPr marL="1828800" algn="l" defTabSz="914400" rtl="0" eaLnBrk="1" latinLnBrk="0" hangingPunct="1">
                        <a:defRPr sz="1800" kern="1200">
                          <a:solidFill>
                            <a:schemeClr val="tx1"/>
                          </a:solidFill>
                          <a:latin typeface="Arial Narrow"/>
                        </a:defRPr>
                      </a:lvl5pPr>
                      <a:lvl6pPr marL="2286000" algn="l" defTabSz="914400" rtl="0" eaLnBrk="1" latinLnBrk="0" hangingPunct="1">
                        <a:defRPr sz="1800" kern="1200">
                          <a:solidFill>
                            <a:schemeClr val="tx1"/>
                          </a:solidFill>
                          <a:latin typeface="Arial Narrow"/>
                        </a:defRPr>
                      </a:lvl6pPr>
                      <a:lvl7pPr marL="2743200" algn="l" defTabSz="914400" rtl="0" eaLnBrk="1" latinLnBrk="0" hangingPunct="1">
                        <a:defRPr sz="1800" kern="1200">
                          <a:solidFill>
                            <a:schemeClr val="tx1"/>
                          </a:solidFill>
                          <a:latin typeface="Arial Narrow"/>
                        </a:defRPr>
                      </a:lvl7pPr>
                      <a:lvl8pPr marL="3200400" algn="l" defTabSz="914400" rtl="0" eaLnBrk="1" latinLnBrk="0" hangingPunct="1">
                        <a:defRPr sz="1800" kern="1200">
                          <a:solidFill>
                            <a:schemeClr val="tx1"/>
                          </a:solidFill>
                          <a:latin typeface="Arial Narrow"/>
                        </a:defRPr>
                      </a:lvl8pPr>
                      <a:lvl9pPr marL="3657600" algn="l" defTabSz="914400" rtl="0" eaLnBrk="1" latinLnBrk="0" hangingPunct="1">
                        <a:defRPr sz="1800" kern="1200">
                          <a:solidFill>
                            <a:schemeClr val="tx1"/>
                          </a:solidFill>
                          <a:latin typeface="Arial Narrow"/>
                        </a:defRPr>
                      </a:lvl9pPr>
                    </a:lstStyle>
                    <a:p>
                      <a:pPr algn="ctr" fontAlgn="ctr"/>
                      <a:r>
                        <a:rPr lang="ar-JO" sz="1200" b="1" i="0" u="none" strike="noStrike" dirty="0">
                          <a:solidFill>
                            <a:srgbClr val="FFFFFF"/>
                          </a:solidFill>
                          <a:effectLst/>
                          <a:latin typeface="Tajawal" panose="00000500000000000000" pitchFamily="2" charset="-78"/>
                          <a:cs typeface="Tajawal" panose="00000500000000000000" pitchFamily="2" charset="-78"/>
                        </a:rPr>
                        <a:t>المسؤول</a:t>
                      </a:r>
                      <a:endParaRPr lang="en-US" sz="1200" b="1" i="0" u="none" strike="noStrike" dirty="0">
                        <a:solidFill>
                          <a:srgbClr val="FFFFFF"/>
                        </a:solidFill>
                        <a:effectLst/>
                        <a:latin typeface="Tajawal" panose="00000500000000000000" pitchFamily="2" charset="-78"/>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594C"/>
                    </a:solidFill>
                  </a:tcPr>
                </a:tc>
                <a:tc>
                  <a:txBody>
                    <a:bodyPr/>
                    <a:lstStyle/>
                    <a:p>
                      <a:pPr algn="ctr" fontAlgn="ctr"/>
                      <a:r>
                        <a:rPr lang="ar-JO" sz="1200" b="1" i="0" u="none" strike="noStrike" dirty="0">
                          <a:solidFill>
                            <a:srgbClr val="FFFFFF"/>
                          </a:solidFill>
                          <a:effectLst/>
                          <a:latin typeface="Tajawal" panose="00000500000000000000" pitchFamily="2" charset="-78"/>
                          <a:cs typeface="Tajawal" panose="00000500000000000000" pitchFamily="2" charset="-78"/>
                        </a:rPr>
                        <a:t>الحالة</a:t>
                      </a:r>
                      <a:endParaRPr lang="en-US" sz="1200" b="1" i="0" u="none" strike="noStrike" dirty="0">
                        <a:solidFill>
                          <a:srgbClr val="FFFFFF"/>
                        </a:solidFill>
                        <a:effectLst/>
                        <a:latin typeface="Tajawal" panose="00000500000000000000" pitchFamily="2" charset="-78"/>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594C"/>
                    </a:solidFill>
                  </a:tcPr>
                </a:tc>
                <a:extLst>
                  <a:ext uri="{0D108BD9-81ED-4DB2-BD59-A6C34878D82A}">
                    <a16:rowId xmlns:a16="http://schemas.microsoft.com/office/drawing/2014/main" val="3588802366"/>
                  </a:ext>
                </a:extLst>
              </a:tr>
              <a:tr h="681984">
                <a:tc>
                  <a:txBody>
                    <a:bodyPr/>
                    <a:lstStyle/>
                    <a:p>
                      <a:pPr marL="0" marR="0" algn="ctr" rtl="1">
                        <a:buNone/>
                      </a:pPr>
                      <a:r>
                        <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1</a:t>
                      </a: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r" defTabSz="914400" rtl="1" eaLnBrk="1" latinLnBrk="0" hangingPunct="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عدم جاهزية بيئات العمل التطويرية والتشغيلية</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80250" marR="80250" marT="40125" marB="401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تحدي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الجدول الزمني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متطلبات تقنية</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عالي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عالي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228600" indent="0" algn="r" rtl="1">
                        <a:spcBef>
                          <a:spcPts val="500"/>
                        </a:spcBef>
                        <a:spcAft>
                          <a:spcPts val="500"/>
                        </a:spcAft>
                        <a:buClr>
                          <a:srgbClr val="D7AD3A"/>
                        </a:buClr>
                        <a:buFont typeface="Symbol" panose="05050102010706020507" pitchFamily="18" charset="2"/>
                        <a:buNone/>
                      </a:pPr>
                      <a:r>
                        <a:rPr lang="ar-SA" sz="1000" b="1" strike="noStrike" kern="100" dirty="0">
                          <a:solidFill>
                            <a:schemeClr val="tx1"/>
                          </a:solidFill>
                          <a:effectLst/>
                          <a:latin typeface="Tajawal" panose="00000500000000000000" pitchFamily="2" charset="-78"/>
                          <a:ea typeface="+mn-ea"/>
                          <a:cs typeface="Tajawal" panose="00000500000000000000" pitchFamily="2" charset="-78"/>
                        </a:rPr>
                        <a:t>استكمال تجهيز البيئات التطويرية والتشغيلية من خلال </a:t>
                      </a:r>
                      <a:r>
                        <a:rPr lang="ar-SA" sz="1000" b="1" kern="100" dirty="0">
                          <a:solidFill>
                            <a:srgbClr val="2D2D0E"/>
                          </a:solidFill>
                          <a:cs typeface="Tajawal" panose="00000500000000000000"/>
                        </a:rPr>
                        <a:t>مراجعة </a:t>
                      </a:r>
                      <a:r>
                        <a:rPr lang="ar-LB" sz="1000" b="1" kern="100" dirty="0">
                          <a:solidFill>
                            <a:srgbClr val="2D2D0E"/>
                          </a:solidFill>
                          <a:cs typeface="Tajawal" panose="00000500000000000000"/>
                        </a:rPr>
                        <a:t>الأسماء الفعلية و</a:t>
                      </a:r>
                      <a:r>
                        <a:rPr lang="ar-SA" sz="1000" b="1" kern="100" dirty="0">
                          <a:solidFill>
                            <a:srgbClr val="2D2D0E"/>
                          </a:solidFill>
                          <a:cs typeface="Tajawal" panose="00000500000000000000"/>
                        </a:rPr>
                        <a:t>عناوين </a:t>
                      </a:r>
                      <a:r>
                        <a:rPr lang="en-US" sz="1000" b="1" kern="100" dirty="0">
                          <a:solidFill>
                            <a:srgbClr val="2D2D0E"/>
                          </a:solidFill>
                          <a:cs typeface="Tajawal" panose="00000500000000000000"/>
                        </a:rPr>
                        <a:t> IP</a:t>
                      </a:r>
                      <a:r>
                        <a:rPr lang="ar-LB" sz="1000" b="1" kern="100" dirty="0">
                          <a:solidFill>
                            <a:srgbClr val="2D2D0E"/>
                          </a:solidFill>
                          <a:cs typeface="Tajawal" panose="00000500000000000000"/>
                        </a:rPr>
                        <a:t> الخاصة بالأنظمة  للبيئات </a:t>
                      </a:r>
                      <a:r>
                        <a:rPr lang="ar-SA" sz="1000" b="1" kern="100" dirty="0">
                          <a:solidFill>
                            <a:srgbClr val="2D2D0E"/>
                          </a:solidFill>
                          <a:cs typeface="Tajawal" panose="00000500000000000000"/>
                        </a:rPr>
                        <a:t>ال</a:t>
                      </a:r>
                      <a:r>
                        <a:rPr lang="ar-LB" sz="1000" b="1" kern="100" dirty="0">
                          <a:solidFill>
                            <a:srgbClr val="2D2D0E"/>
                          </a:solidFill>
                          <a:cs typeface="Tajawal" panose="00000500000000000000"/>
                        </a:rPr>
                        <a:t>تي تمت مشاركتها</a:t>
                      </a:r>
                      <a:r>
                        <a:rPr lang="ar-SA" sz="1000" b="1" kern="100" dirty="0">
                          <a:solidFill>
                            <a:srgbClr val="2D2D0E"/>
                          </a:solidFill>
                          <a:cs typeface="Tajawal" panose="00000500000000000000"/>
                        </a:rPr>
                        <a:t> </a:t>
                      </a:r>
                      <a:r>
                        <a:rPr lang="ar-LB" sz="1000" b="1" kern="100" dirty="0">
                          <a:solidFill>
                            <a:srgbClr val="2D2D0E"/>
                          </a:solidFill>
                          <a:cs typeface="Tajawal" panose="00000500000000000000"/>
                        </a:rPr>
                        <a:t>ب</a:t>
                      </a:r>
                      <a:r>
                        <a:rPr lang="ar-SA" sz="1000" b="1" kern="100" dirty="0">
                          <a:solidFill>
                            <a:srgbClr val="2D2D0E"/>
                          </a:solidFill>
                          <a:cs typeface="Tajawal" panose="00000500000000000000"/>
                        </a:rPr>
                        <a:t>إنشاء الطلبات</a:t>
                      </a:r>
                      <a:r>
                        <a:rPr lang="ar-LB" sz="1000" b="1" kern="100" dirty="0">
                          <a:solidFill>
                            <a:srgbClr val="2D2D0E"/>
                          </a:solidFill>
                          <a:cs typeface="Tajawal" panose="00000500000000000000"/>
                        </a:rPr>
                        <a:t> الازمة</a:t>
                      </a:r>
                      <a:r>
                        <a:rPr lang="ar-SA" sz="1000" b="1" kern="100" dirty="0">
                          <a:solidFill>
                            <a:srgbClr val="2D2D0E"/>
                          </a:solidFill>
                          <a:cs typeface="Tajawal" panose="00000500000000000000"/>
                        </a:rPr>
                        <a:t> عبر </a:t>
                      </a:r>
                      <a:r>
                        <a:rPr lang="ar-LB" sz="1000" b="1" kern="100" dirty="0">
                          <a:solidFill>
                            <a:srgbClr val="2D2D0E"/>
                          </a:solidFill>
                          <a:cs typeface="Tajawal" panose="00000500000000000000"/>
                        </a:rPr>
                        <a:t>منصة </a:t>
                      </a:r>
                      <a:r>
                        <a:rPr lang="en-US" sz="1000" b="1" kern="100" dirty="0">
                          <a:solidFill>
                            <a:srgbClr val="2D2D0E"/>
                          </a:solidFill>
                          <a:cs typeface="Tajawal" panose="00000500000000000000"/>
                        </a:rPr>
                        <a:t>S-Cloud </a:t>
                      </a:r>
                      <a:r>
                        <a:rPr lang="ar-LB" sz="1000" b="1" kern="100" dirty="0">
                          <a:solidFill>
                            <a:srgbClr val="2D2D0E"/>
                          </a:solidFill>
                          <a:cs typeface="Tajawal" panose="00000500000000000000"/>
                        </a:rPr>
                        <a:t> وإرسالها </a:t>
                      </a:r>
                      <a:r>
                        <a:rPr lang="ar-SA" sz="1000" b="1" kern="100" dirty="0">
                          <a:solidFill>
                            <a:srgbClr val="2D2D0E"/>
                          </a:solidFill>
                          <a:cs typeface="Tajawal" panose="00000500000000000000"/>
                        </a:rPr>
                        <a:t>لتعديل أسماء الخوادم وطلب عناوين</a:t>
                      </a:r>
                      <a:r>
                        <a:rPr lang="ar-LB" sz="1000" b="1" kern="100" dirty="0">
                          <a:solidFill>
                            <a:srgbClr val="2D2D0E"/>
                          </a:solidFill>
                          <a:cs typeface="Tajawal" panose="00000500000000000000"/>
                        </a:rPr>
                        <a:t> </a:t>
                      </a:r>
                      <a:r>
                        <a:rPr lang="en-US" sz="1000" b="1" kern="100" dirty="0">
                          <a:solidFill>
                            <a:srgbClr val="2D2D0E"/>
                          </a:solidFill>
                          <a:cs typeface="Tajawal" panose="00000500000000000000"/>
                        </a:rPr>
                        <a:t>VIP</a:t>
                      </a:r>
                      <a:endParaRPr lang="ar-LB" sz="1000" b="1" kern="100" dirty="0">
                        <a:solidFill>
                          <a:srgbClr val="2D2D0E"/>
                        </a:solidFill>
                        <a:cs typeface="Tajawal" panose="00000500000000000000"/>
                      </a:endParaRPr>
                    </a:p>
                    <a:p>
                      <a:pPr marL="0" marR="228600" lvl="0" indent="0" algn="r" defTabSz="914400" rtl="1" eaLnBrk="1" fontAlgn="auto" latinLnBrk="0" hangingPunct="1">
                        <a:lnSpc>
                          <a:spcPct val="100000"/>
                        </a:lnSpc>
                        <a:spcBef>
                          <a:spcPts val="500"/>
                        </a:spcBef>
                        <a:spcAft>
                          <a:spcPts val="500"/>
                        </a:spcAft>
                        <a:buClr>
                          <a:srgbClr val="D7AD3A"/>
                        </a:buClr>
                        <a:buSzTx/>
                        <a:buFont typeface="Symbol" panose="05050102010706020507" pitchFamily="18" charset="2"/>
                        <a:buNone/>
                        <a:tabLst/>
                        <a:defRPr/>
                      </a:pPr>
                      <a:r>
                        <a:rPr lang="ar-LB" sz="1000" b="1" kern="100" dirty="0">
                          <a:solidFill>
                            <a:srgbClr val="2D2D0E"/>
                          </a:solidFill>
                          <a:cs typeface="Tajawal" panose="00000500000000000000"/>
                        </a:rPr>
                        <a:t>التحقق من المنافذ التي تمت مشاركتها و</a:t>
                      </a:r>
                      <a:r>
                        <a:rPr lang="ar-SA" sz="1000" b="1" kern="100" dirty="0">
                          <a:solidFill>
                            <a:srgbClr val="2D2D0E"/>
                          </a:solidFill>
                          <a:cs typeface="Tajawal" panose="00000500000000000000"/>
                        </a:rPr>
                        <a:t>إنشاء الطلبات</a:t>
                      </a:r>
                      <a:r>
                        <a:rPr lang="ar-LB" sz="1000" b="1" kern="100" dirty="0">
                          <a:solidFill>
                            <a:srgbClr val="2D2D0E"/>
                          </a:solidFill>
                          <a:cs typeface="Tajawal" panose="00000500000000000000"/>
                        </a:rPr>
                        <a:t> الازمة</a:t>
                      </a:r>
                      <a:r>
                        <a:rPr lang="ar-SA" sz="1000" b="1" kern="100" dirty="0">
                          <a:solidFill>
                            <a:srgbClr val="2D2D0E"/>
                          </a:solidFill>
                          <a:cs typeface="Tajawal" panose="00000500000000000000"/>
                        </a:rPr>
                        <a:t> عبر </a:t>
                      </a:r>
                      <a:r>
                        <a:rPr lang="ar-LB" sz="1000" b="1" kern="100" dirty="0">
                          <a:solidFill>
                            <a:srgbClr val="2D2D0E"/>
                          </a:solidFill>
                          <a:cs typeface="Tajawal" panose="00000500000000000000"/>
                        </a:rPr>
                        <a:t>منصة </a:t>
                      </a:r>
                      <a:r>
                        <a:rPr lang="en-US" sz="1000" b="1" kern="100" dirty="0">
                          <a:solidFill>
                            <a:srgbClr val="2D2D0E"/>
                          </a:solidFill>
                          <a:cs typeface="Tajawal" panose="00000500000000000000"/>
                        </a:rPr>
                        <a:t>S-Cloud </a:t>
                      </a:r>
                      <a:r>
                        <a:rPr lang="ar-LB" sz="1000" b="1" kern="100" dirty="0">
                          <a:solidFill>
                            <a:srgbClr val="2D2D0E"/>
                          </a:solidFill>
                          <a:cs typeface="Tajawal" panose="00000500000000000000"/>
                        </a:rPr>
                        <a:t> وابلاغ الشركة فور توفرها</a:t>
                      </a:r>
                      <a:endParaRPr lang="en-US" sz="1000" b="1" kern="100" dirty="0">
                        <a:solidFill>
                          <a:srgbClr val="2D2D0E"/>
                        </a:solidFill>
                        <a:cs typeface="Tajawal" panose="00000500000000000000"/>
                      </a:endParaRPr>
                    </a:p>
                  </a:txBody>
                  <a:tcPr marL="80250" marR="80250" marT="40125" marB="401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sngStrike" kern="100" dirty="0">
                          <a:solidFill>
                            <a:schemeClr val="tx1"/>
                          </a:solidFill>
                          <a:effectLst/>
                          <a:latin typeface="Tajawal" panose="00000500000000000000" pitchFamily="2" charset="-78"/>
                          <a:ea typeface="+mn-ea"/>
                          <a:cs typeface="Tajawal" panose="00000500000000000000" pitchFamily="2" charset="-78"/>
                        </a:rPr>
                        <a:t>11 فبراير 2026</a:t>
                      </a:r>
                    </a:p>
                    <a:p>
                      <a:pPr marL="0" marR="0" lvl="0" indent="0" algn="ctr" defTabSz="914400" rtl="1" eaLnBrk="1" fontAlgn="auto" latinLnBrk="0" hangingPunct="1">
                        <a:lnSpc>
                          <a:spcPct val="100000"/>
                        </a:lnSpc>
                        <a:spcBef>
                          <a:spcPts val="0"/>
                        </a:spcBef>
                        <a:spcAft>
                          <a:spcPts val="0"/>
                        </a:spcAft>
                        <a:buClrTx/>
                        <a:buSzTx/>
                        <a:buFontTx/>
                        <a:buNone/>
                        <a:tabLst/>
                        <a:defRPr/>
                      </a:pPr>
                      <a:r>
                        <a:rPr lang="en-US" sz="1000" b="1" strike="noStrike" kern="100" dirty="0">
                          <a:solidFill>
                            <a:schemeClr val="tx1"/>
                          </a:solidFill>
                          <a:effectLst/>
                          <a:latin typeface="Tajawal" panose="00000500000000000000" pitchFamily="2" charset="-78"/>
                          <a:ea typeface="+mn-ea"/>
                          <a:cs typeface="Tajawal" panose="00000500000000000000" pitchFamily="2" charset="-78"/>
                        </a:rPr>
                        <a:t>19</a:t>
                      </a:r>
                      <a:r>
                        <a:rPr lang="ar-LB" sz="1000" b="1" strike="noStrike" kern="100" dirty="0">
                          <a:solidFill>
                            <a:schemeClr val="tx1"/>
                          </a:solidFill>
                          <a:effectLst/>
                          <a:latin typeface="Tajawal" panose="00000500000000000000" pitchFamily="2" charset="-78"/>
                          <a:ea typeface="+mn-ea"/>
                          <a:cs typeface="Tajawal" panose="00000500000000000000" pitchFamily="2" charset="-78"/>
                        </a:rPr>
                        <a:t> فبراير 2026</a:t>
                      </a:r>
                      <a:endParaRPr lang="en-US"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معاذ بكر </a:t>
                      </a:r>
                    </a:p>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نايف السبيعي </a:t>
                      </a:r>
                      <a:r>
                        <a:rPr lang="en-US" sz="1000" b="1" strike="noStrike" kern="100" dirty="0">
                          <a:solidFill>
                            <a:schemeClr val="tx1"/>
                          </a:solidFill>
                          <a:effectLst/>
                          <a:latin typeface="Tajawal" panose="00000500000000000000" pitchFamily="2" charset="-78"/>
                          <a:ea typeface="+mn-ea"/>
                          <a:cs typeface="Tajawal" panose="00000500000000000000" pitchFamily="2" charset="-78"/>
                        </a:rPr>
                        <a:t>(PGD)</a:t>
                      </a:r>
                      <a:endParaRPr lang="ar-LB"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قيد المعالجة</a:t>
                      </a:r>
                      <a:endParaRPr lang="en-US"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02027175"/>
                  </a:ext>
                </a:extLst>
              </a:tr>
              <a:tr h="681984">
                <a:tc>
                  <a:txBody>
                    <a:bodyPr/>
                    <a:lstStyle/>
                    <a:p>
                      <a:pPr marL="0" marR="0" algn="ctr" rtl="1">
                        <a:buNone/>
                      </a:pPr>
                      <a:r>
                        <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2</a:t>
                      </a: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000" b="1" strike="noStrike" kern="100" dirty="0">
                          <a:solidFill>
                            <a:schemeClr val="tx1"/>
                          </a:solidFill>
                          <a:effectLst/>
                          <a:latin typeface="Tajawal" panose="00000500000000000000" pitchFamily="2" charset="-78"/>
                          <a:ea typeface="+mn-ea"/>
                          <a:cs typeface="Tajawal" panose="00000500000000000000" pitchFamily="2" charset="-78"/>
                        </a:rPr>
                        <a:t>تأخر بدء أنشطة التصميم والتطوير </a:t>
                      </a:r>
                      <a:r>
                        <a:rPr lang="ar-SA" sz="1000" b="1" strike="noStrike" kern="100">
                          <a:solidFill>
                            <a:schemeClr val="tx1"/>
                          </a:solidFill>
                          <a:effectLst/>
                          <a:latin typeface="Tajawal" panose="00000500000000000000" pitchFamily="2" charset="-78"/>
                          <a:ea typeface="+mn-ea"/>
                          <a:cs typeface="Tajawal" panose="00000500000000000000" pitchFamily="2" charset="-78"/>
                        </a:rPr>
                        <a:t>للمرحلة الأولى</a:t>
                      </a:r>
                      <a:r>
                        <a:rPr lang="en-US" sz="1000" b="1" strike="noStrike" kern="100">
                          <a:solidFill>
                            <a:schemeClr val="tx1"/>
                          </a:solidFill>
                          <a:effectLst/>
                          <a:latin typeface="Tajawal" panose="00000500000000000000" pitchFamily="2" charset="-78"/>
                          <a:ea typeface="+mn-ea"/>
                          <a:cs typeface="Tajawal" panose="00000500000000000000" pitchFamily="2" charset="-78"/>
                        </a:rPr>
                        <a:t>MVP </a:t>
                      </a:r>
                      <a:r>
                        <a:rPr lang="ar-LB" sz="1000" b="1" strike="noStrike" kern="100" dirty="0">
                          <a:solidFill>
                            <a:schemeClr val="tx1"/>
                          </a:solidFill>
                          <a:effectLst/>
                          <a:latin typeface="Tajawal" panose="00000500000000000000" pitchFamily="2" charset="-78"/>
                          <a:ea typeface="+mn-ea"/>
                          <a:cs typeface="Tajawal" panose="00000500000000000000" pitchFamily="2" charset="-78"/>
                        </a:rPr>
                        <a:t> </a:t>
                      </a:r>
                      <a:r>
                        <a:rPr lang="ar-SA" sz="1000" b="1" strike="noStrike" kern="100" dirty="0">
                          <a:solidFill>
                            <a:schemeClr val="tx1"/>
                          </a:solidFill>
                          <a:effectLst/>
                          <a:latin typeface="Tajawal" panose="00000500000000000000" pitchFamily="2" charset="-78"/>
                          <a:ea typeface="+mn-ea"/>
                          <a:cs typeface="Tajawal" panose="00000500000000000000" pitchFamily="2" charset="-78"/>
                        </a:rPr>
                        <a:t>نتيجة عدم اكتمال الاعتمادات</a:t>
                      </a:r>
                      <a:r>
                        <a:rPr lang="ar-LB" sz="1000" b="1" strike="noStrike" kern="100" dirty="0">
                          <a:solidFill>
                            <a:schemeClr val="tx1"/>
                          </a:solidFill>
                          <a:effectLst/>
                          <a:latin typeface="Tajawal" panose="00000500000000000000" pitchFamily="2" charset="-78"/>
                          <a:ea typeface="+mn-ea"/>
                          <a:cs typeface="Tajawal" panose="00000500000000000000" pitchFamily="2" charset="-78"/>
                        </a:rPr>
                        <a:t> </a:t>
                      </a:r>
                      <a:endParaRPr lang="en-US"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80250" marR="80250" marT="40125" marB="401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تحدي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الجدول الزمني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مرحلة التصميم والتطوير</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عالي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عالي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a:r>
                        <a:rPr lang="ar-SA" sz="1000" b="1" strike="noStrike" kern="100" dirty="0">
                          <a:solidFill>
                            <a:schemeClr val="tx1"/>
                          </a:solidFill>
                          <a:effectLst/>
                          <a:latin typeface="Tajawal" panose="00000500000000000000" pitchFamily="2" charset="-78"/>
                          <a:cs typeface="Tajawal" panose="00000500000000000000" pitchFamily="2" charset="-78"/>
                        </a:rPr>
                        <a:t>بدء التصميم والتطوير بشكل متواز حيثما أمكن </a:t>
                      </a:r>
                      <a:r>
                        <a:rPr lang="ar-LB" sz="1000" b="1" strike="noStrike" kern="100" dirty="0">
                          <a:solidFill>
                            <a:schemeClr val="tx1"/>
                          </a:solidFill>
                          <a:effectLst/>
                          <a:latin typeface="Tajawal" panose="00000500000000000000" pitchFamily="2" charset="-78"/>
                          <a:cs typeface="Tajawal" panose="00000500000000000000" pitchFamily="2" charset="-78"/>
                        </a:rPr>
                        <a:t>وبشكل عاجل </a:t>
                      </a:r>
                      <a:r>
                        <a:rPr lang="ar-SA" sz="1000" b="1" strike="noStrike" kern="100" dirty="0">
                          <a:solidFill>
                            <a:schemeClr val="tx1"/>
                          </a:solidFill>
                          <a:effectLst/>
                          <a:latin typeface="Tajawal" panose="00000500000000000000" pitchFamily="2" charset="-78"/>
                          <a:cs typeface="Tajawal" panose="00000500000000000000" pitchFamily="2" charset="-78"/>
                        </a:rPr>
                        <a:t>لتقليل الأثر الزمني.</a:t>
                      </a:r>
                    </a:p>
                    <a:p>
                      <a:pPr algn="r"/>
                      <a:r>
                        <a:rPr lang="ar-SA" sz="1000" b="1" strike="noStrike" kern="100" dirty="0">
                          <a:solidFill>
                            <a:schemeClr val="tx1"/>
                          </a:solidFill>
                          <a:effectLst/>
                          <a:latin typeface="Tajawal" panose="00000500000000000000" pitchFamily="2" charset="-78"/>
                          <a:cs typeface="Tajawal" panose="00000500000000000000" pitchFamily="2" charset="-78"/>
                        </a:rPr>
                        <a:t>تصعيد أي تأخير في الاعتمادات خلال 48 ساعة إلى اللجنة التوجيهية لاتخاذ القرار</a:t>
                      </a:r>
                    </a:p>
                  </a:txBody>
                  <a:tcPr marL="80250" marR="80250" marT="40125" marB="401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000" b="1" strike="noStrike" kern="100" dirty="0">
                          <a:solidFill>
                            <a:schemeClr val="tx1"/>
                          </a:solidFill>
                          <a:effectLst/>
                          <a:latin typeface="Tajawal" panose="00000500000000000000" pitchFamily="2" charset="-78"/>
                          <a:ea typeface="+mn-ea"/>
                          <a:cs typeface="Tajawal" panose="00000500000000000000" pitchFamily="2" charset="-78"/>
                        </a:rPr>
                        <a:t>19</a:t>
                      </a:r>
                      <a:r>
                        <a:rPr lang="ar-LB" sz="1000" b="1" strike="noStrike" kern="100" dirty="0">
                          <a:solidFill>
                            <a:schemeClr val="tx1"/>
                          </a:solidFill>
                          <a:effectLst/>
                          <a:latin typeface="Tajawal" panose="00000500000000000000" pitchFamily="2" charset="-78"/>
                          <a:ea typeface="+mn-ea"/>
                          <a:cs typeface="Tajawal" panose="00000500000000000000" pitchFamily="2" charset="-78"/>
                        </a:rPr>
                        <a:t> فبراير 2026</a:t>
                      </a:r>
                      <a:endParaRPr lang="en-US"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طوعة السندي</a:t>
                      </a: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قيد المعالجة</a:t>
                      </a:r>
                      <a:endParaRPr lang="en-US"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8488626"/>
                  </a:ext>
                </a:extLst>
              </a:tr>
              <a:tr h="681984">
                <a:tc>
                  <a:txBody>
                    <a:bodyPr/>
                    <a:lstStyle/>
                    <a:p>
                      <a:pPr marL="0" marR="0" algn="ctr" rtl="1">
                        <a:buNone/>
                      </a:pPr>
                      <a:r>
                        <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3</a:t>
                      </a: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r" defTabSz="914400" rtl="1" eaLnBrk="1" latinLnBrk="0" hangingPunct="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عدم توفر أصحاب المصلحة من جهة المديرية العامة للسجون</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80250" marR="80250" marT="40125" marB="401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خطر</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الجدول الزمني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متطلبات الأعمال</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عالي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عالي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000" b="1" strike="noStrike" kern="100" dirty="0">
                          <a:solidFill>
                            <a:schemeClr val="tx1"/>
                          </a:solidFill>
                          <a:effectLst/>
                          <a:latin typeface="Tajawal" panose="00000500000000000000" pitchFamily="2" charset="-78"/>
                          <a:ea typeface="+mn-ea"/>
                          <a:cs typeface="Tajawal" panose="00000500000000000000" pitchFamily="2" charset="-78"/>
                        </a:rPr>
                        <a:t>تفعيل آلية تواصل </a:t>
                      </a:r>
                      <a:r>
                        <a:rPr lang="ar-LB" sz="1000" b="1" strike="noStrike" kern="100" dirty="0">
                          <a:solidFill>
                            <a:schemeClr val="tx1"/>
                          </a:solidFill>
                          <a:effectLst/>
                          <a:latin typeface="Tajawal" panose="00000500000000000000" pitchFamily="2" charset="-78"/>
                          <a:ea typeface="+mn-ea"/>
                          <a:cs typeface="Tajawal" panose="00000500000000000000" pitchFamily="2" charset="-78"/>
                        </a:rPr>
                        <a:t>فعالة</a:t>
                      </a:r>
                      <a:r>
                        <a:rPr lang="ar-SA" sz="1000" b="1" strike="noStrike" kern="100" dirty="0">
                          <a:solidFill>
                            <a:schemeClr val="tx1"/>
                          </a:solidFill>
                          <a:effectLst/>
                          <a:latin typeface="Tajawal" panose="00000500000000000000" pitchFamily="2" charset="-78"/>
                          <a:ea typeface="+mn-ea"/>
                          <a:cs typeface="Tajawal" panose="00000500000000000000" pitchFamily="2" charset="-78"/>
                        </a:rPr>
                        <a:t> من خلال عقد اجتماع يومي مع فريق ال</a:t>
                      </a:r>
                      <a:r>
                        <a:rPr lang="ar-LB" sz="1000" b="1" strike="noStrike" kern="100" dirty="0">
                          <a:solidFill>
                            <a:schemeClr val="tx1"/>
                          </a:solidFill>
                          <a:effectLst/>
                          <a:latin typeface="Tajawal" panose="00000500000000000000" pitchFamily="2" charset="-78"/>
                          <a:ea typeface="+mn-ea"/>
                          <a:cs typeface="Tajawal" panose="00000500000000000000" pitchFamily="2" charset="-78"/>
                        </a:rPr>
                        <a:t>مديرية</a:t>
                      </a:r>
                      <a:r>
                        <a:rPr lang="ar-SA" sz="1000" b="1" strike="noStrike" kern="100" dirty="0">
                          <a:solidFill>
                            <a:schemeClr val="tx1"/>
                          </a:solidFill>
                          <a:effectLst/>
                          <a:latin typeface="Tajawal" panose="00000500000000000000" pitchFamily="2" charset="-78"/>
                          <a:ea typeface="+mn-ea"/>
                          <a:cs typeface="Tajawal" panose="00000500000000000000" pitchFamily="2" charset="-78"/>
                        </a:rPr>
                        <a:t> والإدارات ذات العلاقة للإجابة على الاستفسارات واستكمال المتطلبات المتبقية بشكل فوري، بالإضافة إلى متابعة التقدم والمعوقات ضمن الاجتماع الأسبوعي لعرض حالة المشروع.</a:t>
                      </a:r>
                      <a:r>
                        <a:rPr lang="ar-LB" sz="1000" b="1" strike="noStrike" kern="100" dirty="0">
                          <a:solidFill>
                            <a:schemeClr val="tx1"/>
                          </a:solidFill>
                          <a:effectLst/>
                          <a:latin typeface="Tajawal" panose="00000500000000000000" pitchFamily="2" charset="-78"/>
                          <a:ea typeface="+mn-ea"/>
                          <a:cs typeface="Tajawal" panose="00000500000000000000" pitchFamily="2" charset="-78"/>
                        </a:rPr>
                        <a:t> </a:t>
                      </a:r>
                      <a:endParaRPr lang="en-US"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80250" marR="80250" marT="40125" marB="401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15 فبراير 2026</a:t>
                      </a:r>
                      <a:endParaRPr lang="en-US"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معاذ بكر </a:t>
                      </a: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تمت المعالجة</a:t>
                      </a:r>
                      <a:endParaRPr lang="en-US"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3676041"/>
                  </a:ext>
                </a:extLst>
              </a:tr>
              <a:tr h="681984">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4</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000" b="1" strike="noStrike" kern="100" dirty="0">
                          <a:solidFill>
                            <a:schemeClr val="tx1"/>
                          </a:solidFill>
                          <a:effectLst/>
                          <a:latin typeface="Tajawal" panose="00000500000000000000" pitchFamily="2" charset="-78"/>
                          <a:ea typeface="+mn-ea"/>
                          <a:cs typeface="Tajawal" panose="00000500000000000000" pitchFamily="2" charset="-78"/>
                        </a:rPr>
                        <a:t>تأخر استكمال واعتماد المتطلبات غير الوظيفية </a:t>
                      </a:r>
                      <a:r>
                        <a:rPr lang="ar-LB" sz="1000" b="1" strike="noStrike" kern="100" dirty="0">
                          <a:solidFill>
                            <a:schemeClr val="tx1"/>
                          </a:solidFill>
                          <a:effectLst/>
                          <a:latin typeface="Tajawal" panose="00000500000000000000" pitchFamily="2" charset="-78"/>
                          <a:ea typeface="+mn-ea"/>
                          <a:cs typeface="Tajawal" panose="00000500000000000000" pitchFamily="2" charset="-78"/>
                        </a:rPr>
                        <a:t>لخدمات </a:t>
                      </a:r>
                      <a:r>
                        <a:rPr lang="en-US" sz="1000" b="1" strike="noStrike" kern="100" dirty="0">
                          <a:solidFill>
                            <a:schemeClr val="tx1"/>
                          </a:solidFill>
                          <a:effectLst/>
                          <a:latin typeface="Tajawal" panose="00000500000000000000" pitchFamily="2" charset="-78"/>
                          <a:ea typeface="+mn-ea"/>
                          <a:cs typeface="Tajawal" panose="00000500000000000000" pitchFamily="2" charset="-78"/>
                        </a:rPr>
                        <a:t>MVP</a:t>
                      </a:r>
                    </a:p>
                  </a:txBody>
                  <a:tcPr marL="80250" marR="80250" marT="40125" marB="401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تحدي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الجدول الزمني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متطلبات الأعمال</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عالي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عالي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مشاركة ملف تصنيف الخدمات والإدارات التابعة لها مع المديرية لتنسيق عقد اجتماعات مع كل إدارة، بهدف استكمال واعتماد المتطلبات غير الوظيفية خلال الفترة المحددة.</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80250" marR="80250" marT="40125" marB="401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15 فبراير 2026</a:t>
                      </a:r>
                      <a:endParaRPr lang="en-US"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معاذ بكر </a:t>
                      </a:r>
                    </a:p>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نايف السبيعي </a:t>
                      </a:r>
                      <a:r>
                        <a:rPr lang="en-US" sz="1000" b="1" strike="noStrike" kern="100" dirty="0">
                          <a:solidFill>
                            <a:schemeClr val="tx1"/>
                          </a:solidFill>
                          <a:effectLst/>
                          <a:latin typeface="Tajawal" panose="00000500000000000000" pitchFamily="2" charset="-78"/>
                          <a:ea typeface="+mn-ea"/>
                          <a:cs typeface="Tajawal" panose="00000500000000000000" pitchFamily="2" charset="-78"/>
                        </a:rPr>
                        <a:t>(PGD)</a:t>
                      </a:r>
                      <a:endParaRPr lang="ar-LB"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تمت المعالجة</a:t>
                      </a:r>
                      <a:endParaRPr lang="en-US"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94286187"/>
                  </a:ext>
                </a:extLst>
              </a:tr>
            </a:tbl>
          </a:graphicData>
        </a:graphic>
      </p:graphicFrame>
      <p:sp>
        <p:nvSpPr>
          <p:cNvPr id="2" name="Text Placeholder 1">
            <a:extLst>
              <a:ext uri="{FF2B5EF4-FFF2-40B4-BE49-F238E27FC236}">
                <a16:creationId xmlns:a16="http://schemas.microsoft.com/office/drawing/2014/main" id="{B3B94E41-8B8A-AA61-6760-8C1B0A79956D}"/>
              </a:ext>
            </a:extLst>
          </p:cNvPr>
          <p:cNvSpPr txBox="1">
            <a:spLocks/>
          </p:cNvSpPr>
          <p:nvPr/>
        </p:nvSpPr>
        <p:spPr>
          <a:xfrm>
            <a:off x="4476894" y="470647"/>
            <a:ext cx="3931947" cy="418264"/>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ar-SA" b="1" dirty="0">
                <a:latin typeface="Tajawal" panose="00000500000000000000" pitchFamily="2" charset="-78"/>
                <a:cs typeface="Tajawal" panose="00000500000000000000" pitchFamily="2" charset="-78"/>
              </a:rPr>
              <a:t>التحديات والمخاطر</a:t>
            </a:r>
            <a:endParaRPr lang="en-US" b="1" dirty="0">
              <a:latin typeface="Tajawal" panose="00000500000000000000" pitchFamily="2" charset="-78"/>
              <a:cs typeface="Tajawal" panose="00000500000000000000" pitchFamily="2" charset="-78"/>
            </a:endParaRPr>
          </a:p>
        </p:txBody>
      </p:sp>
    </p:spTree>
    <p:extLst>
      <p:ext uri="{BB962C8B-B14F-4D97-AF65-F5344CB8AC3E}">
        <p14:creationId xmlns:p14="http://schemas.microsoft.com/office/powerpoint/2010/main" val="305350361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A13BE-B672-674B-61B3-92A35D00584A}"/>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1944B0BF-5A0E-12A0-BEAB-BAC1BD2FED15}"/>
              </a:ext>
            </a:extLst>
          </p:cNvPr>
          <p:cNvSpPr txBox="1">
            <a:spLocks/>
          </p:cNvSpPr>
          <p:nvPr/>
        </p:nvSpPr>
        <p:spPr>
          <a:xfrm>
            <a:off x="11431560" y="6433840"/>
            <a:ext cx="442440" cy="365125"/>
          </a:xfrm>
          <a:prstGeom prst="rect">
            <a:avLst/>
          </a:prstGeom>
        </p:spPr>
        <p:txBody>
          <a:bodyPr vert="horz" lIns="91440" tIns="45720" rIns="91440" bIns="45720" rtlCol="0" anchor="ctr"/>
          <a:lstStyle>
            <a:defPPr>
              <a:defRPr lang="en-US"/>
            </a:defPPr>
            <a:lvl1pPr marL="0" algn="r" defTabSz="914400" rtl="0" eaLnBrk="1" latinLnBrk="0" hangingPunct="1">
              <a:defRPr lang="en-US" sz="1100" b="0" i="0" kern="1200" smtClean="0">
                <a:solidFill>
                  <a:srgbClr val="173C69"/>
                </a:solidFill>
                <a:latin typeface="DIN Next LT Arabic Medium" panose="020B0503020203050203" pitchFamily="34" charset="-78"/>
                <a:ea typeface="Bahij TheSansArabic Plain" charset="0"/>
                <a:cs typeface="DIN Next LT Arabic Medium" panose="020B0503020203050203" pitchFamily="34"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4A14BB5C-DD13-40B9-AE81-E3136D21A8E4}" type="slidenum">
              <a:rPr kumimoji="0" lang="en-US" sz="1100" b="0" i="0" u="none" strike="noStrike" kern="1200" cap="none" spc="0" normalizeH="0" baseline="0" noProof="0" smtClean="0">
                <a:ln>
                  <a:noFill/>
                </a:ln>
                <a:solidFill>
                  <a:srgbClr val="173C69"/>
                </a:solidFill>
                <a:effectLst/>
                <a:uLnTx/>
                <a:uFillTx/>
                <a:latin typeface="DIN Next LT Arabic Medium" panose="020B0503020203050203" pitchFamily="34" charset="-78"/>
                <a:cs typeface="DIN Next LT Arabic Medium" panose="020B0503020203050203" pitchFamily="34" charset="-78"/>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100" b="0" i="0" u="none" strike="noStrike" kern="1200" cap="none" spc="0" normalizeH="0" baseline="0" noProof="0">
              <a:ln>
                <a:noFill/>
              </a:ln>
              <a:solidFill>
                <a:srgbClr val="173C69"/>
              </a:solidFill>
              <a:effectLst/>
              <a:uLnTx/>
              <a:uFillTx/>
              <a:latin typeface="DIN Next LT Arabic Medium" panose="020B0503020203050203" pitchFamily="34" charset="-78"/>
              <a:cs typeface="DIN Next LT Arabic Medium" panose="020B0503020203050203" pitchFamily="34" charset="-78"/>
            </a:endParaRPr>
          </a:p>
        </p:txBody>
      </p:sp>
      <p:graphicFrame>
        <p:nvGraphicFramePr>
          <p:cNvPr id="8" name="Table 7">
            <a:extLst>
              <a:ext uri="{FF2B5EF4-FFF2-40B4-BE49-F238E27FC236}">
                <a16:creationId xmlns:a16="http://schemas.microsoft.com/office/drawing/2014/main" id="{1D79F21F-35E6-5ED6-BE67-D228BC464975}"/>
              </a:ext>
            </a:extLst>
          </p:cNvPr>
          <p:cNvGraphicFramePr>
            <a:graphicFrameLocks noGrp="1"/>
          </p:cNvGraphicFramePr>
          <p:nvPr>
            <p:extLst>
              <p:ext uri="{D42A27DB-BD31-4B8C-83A1-F6EECF244321}">
                <p14:modId xmlns:p14="http://schemas.microsoft.com/office/powerpoint/2010/main" val="540934361"/>
              </p:ext>
            </p:extLst>
          </p:nvPr>
        </p:nvGraphicFramePr>
        <p:xfrm>
          <a:off x="129752" y="967791"/>
          <a:ext cx="11744248" cy="3883803"/>
        </p:xfrm>
        <a:graphic>
          <a:graphicData uri="http://schemas.openxmlformats.org/drawingml/2006/table">
            <a:tbl>
              <a:tblPr rtl="1"/>
              <a:tblGrid>
                <a:gridCol w="395284">
                  <a:extLst>
                    <a:ext uri="{9D8B030D-6E8A-4147-A177-3AD203B41FA5}">
                      <a16:colId xmlns:a16="http://schemas.microsoft.com/office/drawing/2014/main" val="3084839455"/>
                    </a:ext>
                  </a:extLst>
                </a:gridCol>
                <a:gridCol w="2446031">
                  <a:extLst>
                    <a:ext uri="{9D8B030D-6E8A-4147-A177-3AD203B41FA5}">
                      <a16:colId xmlns:a16="http://schemas.microsoft.com/office/drawing/2014/main" val="3538399608"/>
                    </a:ext>
                  </a:extLst>
                </a:gridCol>
                <a:gridCol w="732272">
                  <a:extLst>
                    <a:ext uri="{9D8B030D-6E8A-4147-A177-3AD203B41FA5}">
                      <a16:colId xmlns:a16="http://schemas.microsoft.com/office/drawing/2014/main" val="1117559397"/>
                    </a:ext>
                  </a:extLst>
                </a:gridCol>
                <a:gridCol w="740006">
                  <a:extLst>
                    <a:ext uri="{9D8B030D-6E8A-4147-A177-3AD203B41FA5}">
                      <a16:colId xmlns:a16="http://schemas.microsoft.com/office/drawing/2014/main" val="1786511032"/>
                    </a:ext>
                  </a:extLst>
                </a:gridCol>
                <a:gridCol w="936987">
                  <a:extLst>
                    <a:ext uri="{9D8B030D-6E8A-4147-A177-3AD203B41FA5}">
                      <a16:colId xmlns:a16="http://schemas.microsoft.com/office/drawing/2014/main" val="3477820403"/>
                    </a:ext>
                  </a:extLst>
                </a:gridCol>
                <a:gridCol w="899720">
                  <a:extLst>
                    <a:ext uri="{9D8B030D-6E8A-4147-A177-3AD203B41FA5}">
                      <a16:colId xmlns:a16="http://schemas.microsoft.com/office/drawing/2014/main" val="1756986282"/>
                    </a:ext>
                  </a:extLst>
                </a:gridCol>
                <a:gridCol w="692092">
                  <a:extLst>
                    <a:ext uri="{9D8B030D-6E8A-4147-A177-3AD203B41FA5}">
                      <a16:colId xmlns:a16="http://schemas.microsoft.com/office/drawing/2014/main" val="304140057"/>
                    </a:ext>
                  </a:extLst>
                </a:gridCol>
                <a:gridCol w="2284209">
                  <a:extLst>
                    <a:ext uri="{9D8B030D-6E8A-4147-A177-3AD203B41FA5}">
                      <a16:colId xmlns:a16="http://schemas.microsoft.com/office/drawing/2014/main" val="606843151"/>
                    </a:ext>
                  </a:extLst>
                </a:gridCol>
                <a:gridCol w="950249">
                  <a:extLst>
                    <a:ext uri="{9D8B030D-6E8A-4147-A177-3AD203B41FA5}">
                      <a16:colId xmlns:a16="http://schemas.microsoft.com/office/drawing/2014/main" val="123063880"/>
                    </a:ext>
                  </a:extLst>
                </a:gridCol>
                <a:gridCol w="824016">
                  <a:extLst>
                    <a:ext uri="{9D8B030D-6E8A-4147-A177-3AD203B41FA5}">
                      <a16:colId xmlns:a16="http://schemas.microsoft.com/office/drawing/2014/main" val="1051928365"/>
                    </a:ext>
                  </a:extLst>
                </a:gridCol>
                <a:gridCol w="843382">
                  <a:extLst>
                    <a:ext uri="{9D8B030D-6E8A-4147-A177-3AD203B41FA5}">
                      <a16:colId xmlns:a16="http://schemas.microsoft.com/office/drawing/2014/main" val="3838902602"/>
                    </a:ext>
                  </a:extLst>
                </a:gridCol>
              </a:tblGrid>
              <a:tr h="329565">
                <a:tc>
                  <a:txBody>
                    <a:bodyPr/>
                    <a:lstStyle>
                      <a:lvl1pPr marL="0" algn="l" defTabSz="914400" rtl="0" eaLnBrk="1" latinLnBrk="0" hangingPunct="1">
                        <a:defRPr sz="1800" kern="1200">
                          <a:solidFill>
                            <a:schemeClr val="tx1"/>
                          </a:solidFill>
                          <a:latin typeface="Arial Narrow"/>
                        </a:defRPr>
                      </a:lvl1pPr>
                      <a:lvl2pPr marL="457200" algn="l" defTabSz="914400" rtl="0" eaLnBrk="1" latinLnBrk="0" hangingPunct="1">
                        <a:defRPr sz="1800" kern="1200">
                          <a:solidFill>
                            <a:schemeClr val="tx1"/>
                          </a:solidFill>
                          <a:latin typeface="Arial Narrow"/>
                        </a:defRPr>
                      </a:lvl2pPr>
                      <a:lvl3pPr marL="914400" algn="l" defTabSz="914400" rtl="0" eaLnBrk="1" latinLnBrk="0" hangingPunct="1">
                        <a:defRPr sz="1800" kern="1200">
                          <a:solidFill>
                            <a:schemeClr val="tx1"/>
                          </a:solidFill>
                          <a:latin typeface="Arial Narrow"/>
                        </a:defRPr>
                      </a:lvl3pPr>
                      <a:lvl4pPr marL="1371600" algn="l" defTabSz="914400" rtl="0" eaLnBrk="1" latinLnBrk="0" hangingPunct="1">
                        <a:defRPr sz="1800" kern="1200">
                          <a:solidFill>
                            <a:schemeClr val="tx1"/>
                          </a:solidFill>
                          <a:latin typeface="Arial Narrow"/>
                        </a:defRPr>
                      </a:lvl4pPr>
                      <a:lvl5pPr marL="1828800" algn="l" defTabSz="914400" rtl="0" eaLnBrk="1" latinLnBrk="0" hangingPunct="1">
                        <a:defRPr sz="1800" kern="1200">
                          <a:solidFill>
                            <a:schemeClr val="tx1"/>
                          </a:solidFill>
                          <a:latin typeface="Arial Narrow"/>
                        </a:defRPr>
                      </a:lvl5pPr>
                      <a:lvl6pPr marL="2286000" algn="l" defTabSz="914400" rtl="0" eaLnBrk="1" latinLnBrk="0" hangingPunct="1">
                        <a:defRPr sz="1800" kern="1200">
                          <a:solidFill>
                            <a:schemeClr val="tx1"/>
                          </a:solidFill>
                          <a:latin typeface="Arial Narrow"/>
                        </a:defRPr>
                      </a:lvl6pPr>
                      <a:lvl7pPr marL="2743200" algn="l" defTabSz="914400" rtl="0" eaLnBrk="1" latinLnBrk="0" hangingPunct="1">
                        <a:defRPr sz="1800" kern="1200">
                          <a:solidFill>
                            <a:schemeClr val="tx1"/>
                          </a:solidFill>
                          <a:latin typeface="Arial Narrow"/>
                        </a:defRPr>
                      </a:lvl7pPr>
                      <a:lvl8pPr marL="3200400" algn="l" defTabSz="914400" rtl="0" eaLnBrk="1" latinLnBrk="0" hangingPunct="1">
                        <a:defRPr sz="1800" kern="1200">
                          <a:solidFill>
                            <a:schemeClr val="tx1"/>
                          </a:solidFill>
                          <a:latin typeface="Arial Narrow"/>
                        </a:defRPr>
                      </a:lvl8pPr>
                      <a:lvl9pPr marL="3657600" algn="l" defTabSz="914400" rtl="0" eaLnBrk="1" latinLnBrk="0" hangingPunct="1">
                        <a:defRPr sz="1800" kern="1200">
                          <a:solidFill>
                            <a:schemeClr val="tx1"/>
                          </a:solidFill>
                          <a:latin typeface="Arial Narrow"/>
                        </a:defRPr>
                      </a:lvl9pPr>
                    </a:lstStyle>
                    <a:p>
                      <a:pPr algn="ctr" fontAlgn="ctr"/>
                      <a:r>
                        <a:rPr lang="en-US" sz="1200" b="1" i="0" u="none" strike="noStrike">
                          <a:solidFill>
                            <a:srgbClr val="FFFFFF"/>
                          </a:solidFill>
                          <a:effectLst/>
                          <a:latin typeface="Tajawal" panose="00000500000000000000" pitchFamily="2" charset="-78"/>
                          <a:cs typeface="Tajawal" panose="00000500000000000000" pitchFamily="2" charset="-78"/>
                        </a:rPr>
                        <a:t>#</a:t>
                      </a: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594C"/>
                    </a:solidFill>
                  </a:tcPr>
                </a:tc>
                <a:tc>
                  <a:txBody>
                    <a:bodyPr/>
                    <a:lstStyle>
                      <a:lvl1pPr marL="0" algn="l" defTabSz="914400" rtl="0" eaLnBrk="1" latinLnBrk="0" hangingPunct="1">
                        <a:defRPr sz="1800" kern="1200">
                          <a:solidFill>
                            <a:schemeClr val="tx1"/>
                          </a:solidFill>
                          <a:latin typeface="Arial Narrow"/>
                        </a:defRPr>
                      </a:lvl1pPr>
                      <a:lvl2pPr marL="457200" algn="l" defTabSz="914400" rtl="0" eaLnBrk="1" latinLnBrk="0" hangingPunct="1">
                        <a:defRPr sz="1800" kern="1200">
                          <a:solidFill>
                            <a:schemeClr val="tx1"/>
                          </a:solidFill>
                          <a:latin typeface="Arial Narrow"/>
                        </a:defRPr>
                      </a:lvl2pPr>
                      <a:lvl3pPr marL="914400" algn="l" defTabSz="914400" rtl="0" eaLnBrk="1" latinLnBrk="0" hangingPunct="1">
                        <a:defRPr sz="1800" kern="1200">
                          <a:solidFill>
                            <a:schemeClr val="tx1"/>
                          </a:solidFill>
                          <a:latin typeface="Arial Narrow"/>
                        </a:defRPr>
                      </a:lvl3pPr>
                      <a:lvl4pPr marL="1371600" algn="l" defTabSz="914400" rtl="0" eaLnBrk="1" latinLnBrk="0" hangingPunct="1">
                        <a:defRPr sz="1800" kern="1200">
                          <a:solidFill>
                            <a:schemeClr val="tx1"/>
                          </a:solidFill>
                          <a:latin typeface="Arial Narrow"/>
                        </a:defRPr>
                      </a:lvl4pPr>
                      <a:lvl5pPr marL="1828800" algn="l" defTabSz="914400" rtl="0" eaLnBrk="1" latinLnBrk="0" hangingPunct="1">
                        <a:defRPr sz="1800" kern="1200">
                          <a:solidFill>
                            <a:schemeClr val="tx1"/>
                          </a:solidFill>
                          <a:latin typeface="Arial Narrow"/>
                        </a:defRPr>
                      </a:lvl5pPr>
                      <a:lvl6pPr marL="2286000" algn="l" defTabSz="914400" rtl="0" eaLnBrk="1" latinLnBrk="0" hangingPunct="1">
                        <a:defRPr sz="1800" kern="1200">
                          <a:solidFill>
                            <a:schemeClr val="tx1"/>
                          </a:solidFill>
                          <a:latin typeface="Arial Narrow"/>
                        </a:defRPr>
                      </a:lvl6pPr>
                      <a:lvl7pPr marL="2743200" algn="l" defTabSz="914400" rtl="0" eaLnBrk="1" latinLnBrk="0" hangingPunct="1">
                        <a:defRPr sz="1800" kern="1200">
                          <a:solidFill>
                            <a:schemeClr val="tx1"/>
                          </a:solidFill>
                          <a:latin typeface="Arial Narrow"/>
                        </a:defRPr>
                      </a:lvl7pPr>
                      <a:lvl8pPr marL="3200400" algn="l" defTabSz="914400" rtl="0" eaLnBrk="1" latinLnBrk="0" hangingPunct="1">
                        <a:defRPr sz="1800" kern="1200">
                          <a:solidFill>
                            <a:schemeClr val="tx1"/>
                          </a:solidFill>
                          <a:latin typeface="Arial Narrow"/>
                        </a:defRPr>
                      </a:lvl8pPr>
                      <a:lvl9pPr marL="3657600" algn="l" defTabSz="914400" rtl="0" eaLnBrk="1" latinLnBrk="0" hangingPunct="1">
                        <a:defRPr sz="1800" kern="1200">
                          <a:solidFill>
                            <a:schemeClr val="tx1"/>
                          </a:solidFill>
                          <a:latin typeface="Arial Narrow"/>
                        </a:defRPr>
                      </a:lvl9pPr>
                    </a:lstStyle>
                    <a:p>
                      <a:pPr algn="ctr" fontAlgn="ctr"/>
                      <a:r>
                        <a:rPr lang="ar-JO" sz="1200" b="1" i="0" u="none" strike="noStrike" dirty="0">
                          <a:solidFill>
                            <a:srgbClr val="FFFFFF"/>
                          </a:solidFill>
                          <a:effectLst/>
                          <a:latin typeface="Tajawal" panose="00000500000000000000" pitchFamily="2" charset="-78"/>
                          <a:cs typeface="Tajawal" panose="00000500000000000000" pitchFamily="2" charset="-78"/>
                        </a:rPr>
                        <a:t>وصف الخطر / </a:t>
                      </a:r>
                      <a:r>
                        <a:rPr lang="ar-SA" sz="1200" b="1" i="0" u="none" strike="noStrike" dirty="0">
                          <a:solidFill>
                            <a:srgbClr val="FFFFFF"/>
                          </a:solidFill>
                          <a:effectLst/>
                          <a:latin typeface="Tajawal" panose="00000500000000000000" pitchFamily="2" charset="-78"/>
                          <a:cs typeface="Tajawal" panose="00000500000000000000" pitchFamily="2" charset="-78"/>
                        </a:rPr>
                        <a:t>التحدي</a:t>
                      </a:r>
                      <a:endParaRPr lang="en-US" sz="1200" b="1" i="0" u="none" strike="noStrike" dirty="0">
                        <a:solidFill>
                          <a:srgbClr val="FFFFFF"/>
                        </a:solidFill>
                        <a:effectLst/>
                        <a:latin typeface="Tajawal" panose="00000500000000000000" pitchFamily="2" charset="-78"/>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594C"/>
                    </a:solidFill>
                  </a:tcPr>
                </a:tc>
                <a:tc>
                  <a:txBody>
                    <a:bodyPr/>
                    <a:lstStyle/>
                    <a:p>
                      <a:pPr algn="ctr" fontAlgn="ctr"/>
                      <a:r>
                        <a:rPr lang="ar-SA" sz="1200" b="1" i="0" u="none" strike="noStrike" dirty="0">
                          <a:solidFill>
                            <a:srgbClr val="FFFFFF"/>
                          </a:solidFill>
                          <a:effectLst/>
                          <a:latin typeface="Tajawal" panose="00000500000000000000" pitchFamily="2" charset="-78"/>
                          <a:cs typeface="Tajawal" panose="00000500000000000000" pitchFamily="2" charset="-78"/>
                        </a:rPr>
                        <a:t>التصنيف</a:t>
                      </a:r>
                      <a:endParaRPr lang="en-US" sz="1200" b="1" i="0" u="none" strike="noStrike" dirty="0">
                        <a:solidFill>
                          <a:srgbClr val="FFFFFF"/>
                        </a:solidFill>
                        <a:effectLst/>
                        <a:latin typeface="Tajawal" panose="00000500000000000000" pitchFamily="2" charset="-78"/>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594C"/>
                    </a:solidFill>
                  </a:tcPr>
                </a:tc>
                <a:tc>
                  <a:txBody>
                    <a:bodyPr/>
                    <a:lstStyle>
                      <a:lvl1pPr marL="0" algn="l" defTabSz="914400" rtl="0" eaLnBrk="1" latinLnBrk="0" hangingPunct="1">
                        <a:defRPr sz="1800" kern="1200">
                          <a:solidFill>
                            <a:schemeClr val="tx1"/>
                          </a:solidFill>
                          <a:latin typeface="Arial Narrow"/>
                        </a:defRPr>
                      </a:lvl1pPr>
                      <a:lvl2pPr marL="457200" algn="l" defTabSz="914400" rtl="0" eaLnBrk="1" latinLnBrk="0" hangingPunct="1">
                        <a:defRPr sz="1800" kern="1200">
                          <a:solidFill>
                            <a:schemeClr val="tx1"/>
                          </a:solidFill>
                          <a:latin typeface="Arial Narrow"/>
                        </a:defRPr>
                      </a:lvl2pPr>
                      <a:lvl3pPr marL="914400" algn="l" defTabSz="914400" rtl="0" eaLnBrk="1" latinLnBrk="0" hangingPunct="1">
                        <a:defRPr sz="1800" kern="1200">
                          <a:solidFill>
                            <a:schemeClr val="tx1"/>
                          </a:solidFill>
                          <a:latin typeface="Arial Narrow"/>
                        </a:defRPr>
                      </a:lvl3pPr>
                      <a:lvl4pPr marL="1371600" algn="l" defTabSz="914400" rtl="0" eaLnBrk="1" latinLnBrk="0" hangingPunct="1">
                        <a:defRPr sz="1800" kern="1200">
                          <a:solidFill>
                            <a:schemeClr val="tx1"/>
                          </a:solidFill>
                          <a:latin typeface="Arial Narrow"/>
                        </a:defRPr>
                      </a:lvl4pPr>
                      <a:lvl5pPr marL="1828800" algn="l" defTabSz="914400" rtl="0" eaLnBrk="1" latinLnBrk="0" hangingPunct="1">
                        <a:defRPr sz="1800" kern="1200">
                          <a:solidFill>
                            <a:schemeClr val="tx1"/>
                          </a:solidFill>
                          <a:latin typeface="Arial Narrow"/>
                        </a:defRPr>
                      </a:lvl5pPr>
                      <a:lvl6pPr marL="2286000" algn="l" defTabSz="914400" rtl="0" eaLnBrk="1" latinLnBrk="0" hangingPunct="1">
                        <a:defRPr sz="1800" kern="1200">
                          <a:solidFill>
                            <a:schemeClr val="tx1"/>
                          </a:solidFill>
                          <a:latin typeface="Arial Narrow"/>
                        </a:defRPr>
                      </a:lvl6pPr>
                      <a:lvl7pPr marL="2743200" algn="l" defTabSz="914400" rtl="0" eaLnBrk="1" latinLnBrk="0" hangingPunct="1">
                        <a:defRPr sz="1800" kern="1200">
                          <a:solidFill>
                            <a:schemeClr val="tx1"/>
                          </a:solidFill>
                          <a:latin typeface="Arial Narrow"/>
                        </a:defRPr>
                      </a:lvl7pPr>
                      <a:lvl8pPr marL="3200400" algn="l" defTabSz="914400" rtl="0" eaLnBrk="1" latinLnBrk="0" hangingPunct="1">
                        <a:defRPr sz="1800" kern="1200">
                          <a:solidFill>
                            <a:schemeClr val="tx1"/>
                          </a:solidFill>
                          <a:latin typeface="Arial Narrow"/>
                        </a:defRPr>
                      </a:lvl8pPr>
                      <a:lvl9pPr marL="3657600" algn="l" defTabSz="914400" rtl="0" eaLnBrk="1" latinLnBrk="0" hangingPunct="1">
                        <a:defRPr sz="1800" kern="1200">
                          <a:solidFill>
                            <a:schemeClr val="tx1"/>
                          </a:solidFill>
                          <a:latin typeface="Arial Narrow"/>
                        </a:defRPr>
                      </a:lvl9pPr>
                    </a:lstStyle>
                    <a:p>
                      <a:pPr algn="ctr" fontAlgn="ctr"/>
                      <a:r>
                        <a:rPr lang="ar-JO" sz="1200" b="1" i="0" u="none" strike="noStrike" dirty="0">
                          <a:solidFill>
                            <a:srgbClr val="FFFFFF"/>
                          </a:solidFill>
                          <a:effectLst/>
                          <a:latin typeface="Tajawal" panose="00000500000000000000" pitchFamily="2" charset="-78"/>
                          <a:cs typeface="Tajawal" panose="00000500000000000000" pitchFamily="2" charset="-78"/>
                        </a:rPr>
                        <a:t>النطاق</a:t>
                      </a:r>
                      <a:endParaRPr lang="en-US" sz="1200" b="1" i="0" u="none" strike="noStrike" dirty="0">
                        <a:solidFill>
                          <a:srgbClr val="FFFFFF"/>
                        </a:solidFill>
                        <a:effectLst/>
                        <a:latin typeface="Tajawal" panose="00000500000000000000" pitchFamily="2" charset="-78"/>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594C"/>
                    </a:solidFill>
                  </a:tcPr>
                </a:tc>
                <a:tc>
                  <a:txBody>
                    <a:bodyPr/>
                    <a:lstStyle>
                      <a:lvl1pPr marL="0" algn="l" defTabSz="914400" rtl="0" eaLnBrk="1" latinLnBrk="0" hangingPunct="1">
                        <a:defRPr sz="1800" kern="1200">
                          <a:solidFill>
                            <a:schemeClr val="tx1"/>
                          </a:solidFill>
                          <a:latin typeface="Arial Narrow"/>
                        </a:defRPr>
                      </a:lvl1pPr>
                      <a:lvl2pPr marL="457200" algn="l" defTabSz="914400" rtl="0" eaLnBrk="1" latinLnBrk="0" hangingPunct="1">
                        <a:defRPr sz="1800" kern="1200">
                          <a:solidFill>
                            <a:schemeClr val="tx1"/>
                          </a:solidFill>
                          <a:latin typeface="Arial Narrow"/>
                        </a:defRPr>
                      </a:lvl2pPr>
                      <a:lvl3pPr marL="914400" algn="l" defTabSz="914400" rtl="0" eaLnBrk="1" latinLnBrk="0" hangingPunct="1">
                        <a:defRPr sz="1800" kern="1200">
                          <a:solidFill>
                            <a:schemeClr val="tx1"/>
                          </a:solidFill>
                          <a:latin typeface="Arial Narrow"/>
                        </a:defRPr>
                      </a:lvl3pPr>
                      <a:lvl4pPr marL="1371600" algn="l" defTabSz="914400" rtl="0" eaLnBrk="1" latinLnBrk="0" hangingPunct="1">
                        <a:defRPr sz="1800" kern="1200">
                          <a:solidFill>
                            <a:schemeClr val="tx1"/>
                          </a:solidFill>
                          <a:latin typeface="Arial Narrow"/>
                        </a:defRPr>
                      </a:lvl4pPr>
                      <a:lvl5pPr marL="1828800" algn="l" defTabSz="914400" rtl="0" eaLnBrk="1" latinLnBrk="0" hangingPunct="1">
                        <a:defRPr sz="1800" kern="1200">
                          <a:solidFill>
                            <a:schemeClr val="tx1"/>
                          </a:solidFill>
                          <a:latin typeface="Arial Narrow"/>
                        </a:defRPr>
                      </a:lvl5pPr>
                      <a:lvl6pPr marL="2286000" algn="l" defTabSz="914400" rtl="0" eaLnBrk="1" latinLnBrk="0" hangingPunct="1">
                        <a:defRPr sz="1800" kern="1200">
                          <a:solidFill>
                            <a:schemeClr val="tx1"/>
                          </a:solidFill>
                          <a:latin typeface="Arial Narrow"/>
                        </a:defRPr>
                      </a:lvl6pPr>
                      <a:lvl7pPr marL="2743200" algn="l" defTabSz="914400" rtl="0" eaLnBrk="1" latinLnBrk="0" hangingPunct="1">
                        <a:defRPr sz="1800" kern="1200">
                          <a:solidFill>
                            <a:schemeClr val="tx1"/>
                          </a:solidFill>
                          <a:latin typeface="Arial Narrow"/>
                        </a:defRPr>
                      </a:lvl7pPr>
                      <a:lvl8pPr marL="3200400" algn="l" defTabSz="914400" rtl="0" eaLnBrk="1" latinLnBrk="0" hangingPunct="1">
                        <a:defRPr sz="1800" kern="1200">
                          <a:solidFill>
                            <a:schemeClr val="tx1"/>
                          </a:solidFill>
                          <a:latin typeface="Arial Narrow"/>
                        </a:defRPr>
                      </a:lvl8pPr>
                      <a:lvl9pPr marL="3657600" algn="l" defTabSz="914400" rtl="0" eaLnBrk="1" latinLnBrk="0" hangingPunct="1">
                        <a:defRPr sz="1800" kern="1200">
                          <a:solidFill>
                            <a:schemeClr val="tx1"/>
                          </a:solidFill>
                          <a:latin typeface="Arial Narrow"/>
                        </a:defRPr>
                      </a:lvl9pPr>
                    </a:lstStyle>
                    <a:p>
                      <a:pPr algn="ctr" fontAlgn="ctr"/>
                      <a:r>
                        <a:rPr lang="ar-JO" sz="1200" b="1" i="0" u="none" strike="noStrike" dirty="0">
                          <a:solidFill>
                            <a:srgbClr val="FFFFFF"/>
                          </a:solidFill>
                          <a:effectLst/>
                          <a:latin typeface="Tajawal" panose="00000500000000000000" pitchFamily="2" charset="-78"/>
                          <a:cs typeface="Tajawal" panose="00000500000000000000" pitchFamily="2" charset="-78"/>
                        </a:rPr>
                        <a:t>الفئة</a:t>
                      </a:r>
                      <a:endParaRPr lang="en-US" sz="1200" b="1" i="0" u="none" strike="noStrike" dirty="0">
                        <a:solidFill>
                          <a:srgbClr val="FFFFFF"/>
                        </a:solidFill>
                        <a:effectLst/>
                        <a:latin typeface="Tajawal" panose="00000500000000000000" pitchFamily="2" charset="-78"/>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594C"/>
                    </a:solidFill>
                  </a:tcPr>
                </a:tc>
                <a:tc>
                  <a:txBody>
                    <a:bodyPr/>
                    <a:lstStyle>
                      <a:lvl1pPr marL="0" algn="l" defTabSz="914400" rtl="0" eaLnBrk="1" latinLnBrk="0" hangingPunct="1">
                        <a:defRPr sz="1800" kern="1200">
                          <a:solidFill>
                            <a:schemeClr val="tx1"/>
                          </a:solidFill>
                          <a:latin typeface="Arial Narrow"/>
                        </a:defRPr>
                      </a:lvl1pPr>
                      <a:lvl2pPr marL="457200" algn="l" defTabSz="914400" rtl="0" eaLnBrk="1" latinLnBrk="0" hangingPunct="1">
                        <a:defRPr sz="1800" kern="1200">
                          <a:solidFill>
                            <a:schemeClr val="tx1"/>
                          </a:solidFill>
                          <a:latin typeface="Arial Narrow"/>
                        </a:defRPr>
                      </a:lvl2pPr>
                      <a:lvl3pPr marL="914400" algn="l" defTabSz="914400" rtl="0" eaLnBrk="1" latinLnBrk="0" hangingPunct="1">
                        <a:defRPr sz="1800" kern="1200">
                          <a:solidFill>
                            <a:schemeClr val="tx1"/>
                          </a:solidFill>
                          <a:latin typeface="Arial Narrow"/>
                        </a:defRPr>
                      </a:lvl3pPr>
                      <a:lvl4pPr marL="1371600" algn="l" defTabSz="914400" rtl="0" eaLnBrk="1" latinLnBrk="0" hangingPunct="1">
                        <a:defRPr sz="1800" kern="1200">
                          <a:solidFill>
                            <a:schemeClr val="tx1"/>
                          </a:solidFill>
                          <a:latin typeface="Arial Narrow"/>
                        </a:defRPr>
                      </a:lvl4pPr>
                      <a:lvl5pPr marL="1828800" algn="l" defTabSz="914400" rtl="0" eaLnBrk="1" latinLnBrk="0" hangingPunct="1">
                        <a:defRPr sz="1800" kern="1200">
                          <a:solidFill>
                            <a:schemeClr val="tx1"/>
                          </a:solidFill>
                          <a:latin typeface="Arial Narrow"/>
                        </a:defRPr>
                      </a:lvl5pPr>
                      <a:lvl6pPr marL="2286000" algn="l" defTabSz="914400" rtl="0" eaLnBrk="1" latinLnBrk="0" hangingPunct="1">
                        <a:defRPr sz="1800" kern="1200">
                          <a:solidFill>
                            <a:schemeClr val="tx1"/>
                          </a:solidFill>
                          <a:latin typeface="Arial Narrow"/>
                        </a:defRPr>
                      </a:lvl6pPr>
                      <a:lvl7pPr marL="2743200" algn="l" defTabSz="914400" rtl="0" eaLnBrk="1" latinLnBrk="0" hangingPunct="1">
                        <a:defRPr sz="1800" kern="1200">
                          <a:solidFill>
                            <a:schemeClr val="tx1"/>
                          </a:solidFill>
                          <a:latin typeface="Arial Narrow"/>
                        </a:defRPr>
                      </a:lvl7pPr>
                      <a:lvl8pPr marL="3200400" algn="l" defTabSz="914400" rtl="0" eaLnBrk="1" latinLnBrk="0" hangingPunct="1">
                        <a:defRPr sz="1800" kern="1200">
                          <a:solidFill>
                            <a:schemeClr val="tx1"/>
                          </a:solidFill>
                          <a:latin typeface="Arial Narrow"/>
                        </a:defRPr>
                      </a:lvl8pPr>
                      <a:lvl9pPr marL="3657600" algn="l" defTabSz="914400" rtl="0" eaLnBrk="1" latinLnBrk="0" hangingPunct="1">
                        <a:defRPr sz="1800" kern="1200">
                          <a:solidFill>
                            <a:schemeClr val="tx1"/>
                          </a:solidFill>
                          <a:latin typeface="Arial Narrow"/>
                        </a:defRPr>
                      </a:lvl9pPr>
                    </a:lstStyle>
                    <a:p>
                      <a:pPr algn="ctr" fontAlgn="ctr"/>
                      <a:r>
                        <a:rPr lang="ar-JO" sz="1200" b="1" i="0" u="none" strike="noStrike" dirty="0">
                          <a:solidFill>
                            <a:srgbClr val="FFFFFF"/>
                          </a:solidFill>
                          <a:effectLst/>
                          <a:latin typeface="Tajawal" panose="00000500000000000000" pitchFamily="2" charset="-78"/>
                          <a:cs typeface="Tajawal" panose="00000500000000000000" pitchFamily="2" charset="-78"/>
                        </a:rPr>
                        <a:t>الاحتمالية</a:t>
                      </a:r>
                      <a:endParaRPr lang="en-US" sz="1200" b="1" i="0" u="none" strike="noStrike" dirty="0">
                        <a:solidFill>
                          <a:srgbClr val="FFFFFF"/>
                        </a:solidFill>
                        <a:effectLst/>
                        <a:latin typeface="Tajawal" panose="00000500000000000000" pitchFamily="2" charset="-78"/>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594C"/>
                    </a:solidFill>
                  </a:tcPr>
                </a:tc>
                <a:tc>
                  <a:txBody>
                    <a:bodyPr/>
                    <a:lstStyle>
                      <a:lvl1pPr marL="0" algn="l" defTabSz="914400" rtl="0" eaLnBrk="1" latinLnBrk="0" hangingPunct="1">
                        <a:defRPr sz="1800" kern="1200">
                          <a:solidFill>
                            <a:schemeClr val="tx1"/>
                          </a:solidFill>
                          <a:latin typeface="Arial Narrow"/>
                        </a:defRPr>
                      </a:lvl1pPr>
                      <a:lvl2pPr marL="457200" algn="l" defTabSz="914400" rtl="0" eaLnBrk="1" latinLnBrk="0" hangingPunct="1">
                        <a:defRPr sz="1800" kern="1200">
                          <a:solidFill>
                            <a:schemeClr val="tx1"/>
                          </a:solidFill>
                          <a:latin typeface="Arial Narrow"/>
                        </a:defRPr>
                      </a:lvl2pPr>
                      <a:lvl3pPr marL="914400" algn="l" defTabSz="914400" rtl="0" eaLnBrk="1" latinLnBrk="0" hangingPunct="1">
                        <a:defRPr sz="1800" kern="1200">
                          <a:solidFill>
                            <a:schemeClr val="tx1"/>
                          </a:solidFill>
                          <a:latin typeface="Arial Narrow"/>
                        </a:defRPr>
                      </a:lvl3pPr>
                      <a:lvl4pPr marL="1371600" algn="l" defTabSz="914400" rtl="0" eaLnBrk="1" latinLnBrk="0" hangingPunct="1">
                        <a:defRPr sz="1800" kern="1200">
                          <a:solidFill>
                            <a:schemeClr val="tx1"/>
                          </a:solidFill>
                          <a:latin typeface="Arial Narrow"/>
                        </a:defRPr>
                      </a:lvl4pPr>
                      <a:lvl5pPr marL="1828800" algn="l" defTabSz="914400" rtl="0" eaLnBrk="1" latinLnBrk="0" hangingPunct="1">
                        <a:defRPr sz="1800" kern="1200">
                          <a:solidFill>
                            <a:schemeClr val="tx1"/>
                          </a:solidFill>
                          <a:latin typeface="Arial Narrow"/>
                        </a:defRPr>
                      </a:lvl5pPr>
                      <a:lvl6pPr marL="2286000" algn="l" defTabSz="914400" rtl="0" eaLnBrk="1" latinLnBrk="0" hangingPunct="1">
                        <a:defRPr sz="1800" kern="1200">
                          <a:solidFill>
                            <a:schemeClr val="tx1"/>
                          </a:solidFill>
                          <a:latin typeface="Arial Narrow"/>
                        </a:defRPr>
                      </a:lvl6pPr>
                      <a:lvl7pPr marL="2743200" algn="l" defTabSz="914400" rtl="0" eaLnBrk="1" latinLnBrk="0" hangingPunct="1">
                        <a:defRPr sz="1800" kern="1200">
                          <a:solidFill>
                            <a:schemeClr val="tx1"/>
                          </a:solidFill>
                          <a:latin typeface="Arial Narrow"/>
                        </a:defRPr>
                      </a:lvl7pPr>
                      <a:lvl8pPr marL="3200400" algn="l" defTabSz="914400" rtl="0" eaLnBrk="1" latinLnBrk="0" hangingPunct="1">
                        <a:defRPr sz="1800" kern="1200">
                          <a:solidFill>
                            <a:schemeClr val="tx1"/>
                          </a:solidFill>
                          <a:latin typeface="Arial Narrow"/>
                        </a:defRPr>
                      </a:lvl8pPr>
                      <a:lvl9pPr marL="3657600" algn="l" defTabSz="914400" rtl="0" eaLnBrk="1" latinLnBrk="0" hangingPunct="1">
                        <a:defRPr sz="1800" kern="1200">
                          <a:solidFill>
                            <a:schemeClr val="tx1"/>
                          </a:solidFill>
                          <a:latin typeface="Arial Narrow"/>
                        </a:defRPr>
                      </a:lvl9pPr>
                    </a:lstStyle>
                    <a:p>
                      <a:pPr algn="ctr" fontAlgn="ctr"/>
                      <a:r>
                        <a:rPr lang="ar-JO" sz="1200" b="1" i="0" u="none" strike="noStrike" dirty="0">
                          <a:solidFill>
                            <a:srgbClr val="FFFFFF"/>
                          </a:solidFill>
                          <a:effectLst/>
                          <a:latin typeface="Tajawal" panose="00000500000000000000" pitchFamily="2" charset="-78"/>
                          <a:cs typeface="Tajawal" panose="00000500000000000000" pitchFamily="2" charset="-78"/>
                        </a:rPr>
                        <a:t>التأثير</a:t>
                      </a:r>
                      <a:endParaRPr lang="en-US" sz="1200" b="1" i="0" u="none" strike="noStrike" dirty="0">
                        <a:solidFill>
                          <a:srgbClr val="FFFFFF"/>
                        </a:solidFill>
                        <a:effectLst/>
                        <a:latin typeface="Tajawal" panose="00000500000000000000" pitchFamily="2" charset="-78"/>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594C"/>
                    </a:solidFill>
                  </a:tcPr>
                </a:tc>
                <a:tc>
                  <a:txBody>
                    <a:bodyPr/>
                    <a:lstStyle>
                      <a:lvl1pPr marL="0" algn="l" defTabSz="914400" rtl="0" eaLnBrk="1" latinLnBrk="0" hangingPunct="1">
                        <a:defRPr sz="1800" kern="1200">
                          <a:solidFill>
                            <a:schemeClr val="tx1"/>
                          </a:solidFill>
                          <a:latin typeface="Arial Narrow"/>
                        </a:defRPr>
                      </a:lvl1pPr>
                      <a:lvl2pPr marL="457200" algn="l" defTabSz="914400" rtl="0" eaLnBrk="1" latinLnBrk="0" hangingPunct="1">
                        <a:defRPr sz="1800" kern="1200">
                          <a:solidFill>
                            <a:schemeClr val="tx1"/>
                          </a:solidFill>
                          <a:latin typeface="Arial Narrow"/>
                        </a:defRPr>
                      </a:lvl2pPr>
                      <a:lvl3pPr marL="914400" algn="l" defTabSz="914400" rtl="0" eaLnBrk="1" latinLnBrk="0" hangingPunct="1">
                        <a:defRPr sz="1800" kern="1200">
                          <a:solidFill>
                            <a:schemeClr val="tx1"/>
                          </a:solidFill>
                          <a:latin typeface="Arial Narrow"/>
                        </a:defRPr>
                      </a:lvl3pPr>
                      <a:lvl4pPr marL="1371600" algn="l" defTabSz="914400" rtl="0" eaLnBrk="1" latinLnBrk="0" hangingPunct="1">
                        <a:defRPr sz="1800" kern="1200">
                          <a:solidFill>
                            <a:schemeClr val="tx1"/>
                          </a:solidFill>
                          <a:latin typeface="Arial Narrow"/>
                        </a:defRPr>
                      </a:lvl4pPr>
                      <a:lvl5pPr marL="1828800" algn="l" defTabSz="914400" rtl="0" eaLnBrk="1" latinLnBrk="0" hangingPunct="1">
                        <a:defRPr sz="1800" kern="1200">
                          <a:solidFill>
                            <a:schemeClr val="tx1"/>
                          </a:solidFill>
                          <a:latin typeface="Arial Narrow"/>
                        </a:defRPr>
                      </a:lvl5pPr>
                      <a:lvl6pPr marL="2286000" algn="l" defTabSz="914400" rtl="0" eaLnBrk="1" latinLnBrk="0" hangingPunct="1">
                        <a:defRPr sz="1800" kern="1200">
                          <a:solidFill>
                            <a:schemeClr val="tx1"/>
                          </a:solidFill>
                          <a:latin typeface="Arial Narrow"/>
                        </a:defRPr>
                      </a:lvl6pPr>
                      <a:lvl7pPr marL="2743200" algn="l" defTabSz="914400" rtl="0" eaLnBrk="1" latinLnBrk="0" hangingPunct="1">
                        <a:defRPr sz="1800" kern="1200">
                          <a:solidFill>
                            <a:schemeClr val="tx1"/>
                          </a:solidFill>
                          <a:latin typeface="Arial Narrow"/>
                        </a:defRPr>
                      </a:lvl7pPr>
                      <a:lvl8pPr marL="3200400" algn="l" defTabSz="914400" rtl="0" eaLnBrk="1" latinLnBrk="0" hangingPunct="1">
                        <a:defRPr sz="1800" kern="1200">
                          <a:solidFill>
                            <a:schemeClr val="tx1"/>
                          </a:solidFill>
                          <a:latin typeface="Arial Narrow"/>
                        </a:defRPr>
                      </a:lvl8pPr>
                      <a:lvl9pPr marL="3657600" algn="l" defTabSz="914400" rtl="0" eaLnBrk="1" latinLnBrk="0" hangingPunct="1">
                        <a:defRPr sz="1800" kern="1200">
                          <a:solidFill>
                            <a:schemeClr val="tx1"/>
                          </a:solidFill>
                          <a:latin typeface="Arial Narrow"/>
                        </a:defRPr>
                      </a:lvl9pPr>
                    </a:lstStyle>
                    <a:p>
                      <a:pPr algn="ctr" fontAlgn="ctr"/>
                      <a:r>
                        <a:rPr lang="ar-JO" sz="1200" b="1" i="0" u="none" strike="noStrike" dirty="0">
                          <a:solidFill>
                            <a:srgbClr val="FFFFFF"/>
                          </a:solidFill>
                          <a:effectLst/>
                          <a:latin typeface="Tajawal" panose="00000500000000000000" pitchFamily="2" charset="-78"/>
                          <a:cs typeface="Tajawal" panose="00000500000000000000" pitchFamily="2" charset="-78"/>
                        </a:rPr>
                        <a:t>خطة المعالجة</a:t>
                      </a:r>
                      <a:endParaRPr lang="en-US" sz="1200" b="1" i="0" u="none" strike="noStrike" dirty="0">
                        <a:solidFill>
                          <a:srgbClr val="FFFFFF"/>
                        </a:solidFill>
                        <a:effectLst/>
                        <a:latin typeface="Tajawal" panose="00000500000000000000" pitchFamily="2" charset="-78"/>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594C"/>
                    </a:solidFill>
                  </a:tcPr>
                </a:tc>
                <a:tc>
                  <a:txBody>
                    <a:bodyPr/>
                    <a:lstStyle/>
                    <a:p>
                      <a:pPr algn="ctr" fontAlgn="ctr"/>
                      <a:r>
                        <a:rPr lang="ar-SA" sz="1200" b="1" i="0" u="none" strike="noStrike" dirty="0">
                          <a:solidFill>
                            <a:srgbClr val="FFFFFF"/>
                          </a:solidFill>
                          <a:effectLst/>
                          <a:latin typeface="Tajawal" panose="00000500000000000000" pitchFamily="2" charset="-78"/>
                          <a:cs typeface="Tajawal" panose="00000500000000000000" pitchFamily="2" charset="-78"/>
                        </a:rPr>
                        <a:t>تاريخ الإغلاق المستهدف</a:t>
                      </a:r>
                      <a:endParaRPr lang="en-US" sz="1200" b="1" i="0" u="none" strike="noStrike" dirty="0">
                        <a:solidFill>
                          <a:srgbClr val="FFFFFF"/>
                        </a:solidFill>
                        <a:effectLst/>
                        <a:latin typeface="Tajawal" panose="00000500000000000000" pitchFamily="2" charset="-78"/>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594C"/>
                    </a:solidFill>
                  </a:tcPr>
                </a:tc>
                <a:tc>
                  <a:txBody>
                    <a:bodyPr/>
                    <a:lstStyle>
                      <a:lvl1pPr marL="0" algn="l" defTabSz="914400" rtl="0" eaLnBrk="1" latinLnBrk="0" hangingPunct="1">
                        <a:defRPr sz="1800" kern="1200">
                          <a:solidFill>
                            <a:schemeClr val="tx1"/>
                          </a:solidFill>
                          <a:latin typeface="Arial Narrow"/>
                        </a:defRPr>
                      </a:lvl1pPr>
                      <a:lvl2pPr marL="457200" algn="l" defTabSz="914400" rtl="0" eaLnBrk="1" latinLnBrk="0" hangingPunct="1">
                        <a:defRPr sz="1800" kern="1200">
                          <a:solidFill>
                            <a:schemeClr val="tx1"/>
                          </a:solidFill>
                          <a:latin typeface="Arial Narrow"/>
                        </a:defRPr>
                      </a:lvl2pPr>
                      <a:lvl3pPr marL="914400" algn="l" defTabSz="914400" rtl="0" eaLnBrk="1" latinLnBrk="0" hangingPunct="1">
                        <a:defRPr sz="1800" kern="1200">
                          <a:solidFill>
                            <a:schemeClr val="tx1"/>
                          </a:solidFill>
                          <a:latin typeface="Arial Narrow"/>
                        </a:defRPr>
                      </a:lvl3pPr>
                      <a:lvl4pPr marL="1371600" algn="l" defTabSz="914400" rtl="0" eaLnBrk="1" latinLnBrk="0" hangingPunct="1">
                        <a:defRPr sz="1800" kern="1200">
                          <a:solidFill>
                            <a:schemeClr val="tx1"/>
                          </a:solidFill>
                          <a:latin typeface="Arial Narrow"/>
                        </a:defRPr>
                      </a:lvl4pPr>
                      <a:lvl5pPr marL="1828800" algn="l" defTabSz="914400" rtl="0" eaLnBrk="1" latinLnBrk="0" hangingPunct="1">
                        <a:defRPr sz="1800" kern="1200">
                          <a:solidFill>
                            <a:schemeClr val="tx1"/>
                          </a:solidFill>
                          <a:latin typeface="Arial Narrow"/>
                        </a:defRPr>
                      </a:lvl5pPr>
                      <a:lvl6pPr marL="2286000" algn="l" defTabSz="914400" rtl="0" eaLnBrk="1" latinLnBrk="0" hangingPunct="1">
                        <a:defRPr sz="1800" kern="1200">
                          <a:solidFill>
                            <a:schemeClr val="tx1"/>
                          </a:solidFill>
                          <a:latin typeface="Arial Narrow"/>
                        </a:defRPr>
                      </a:lvl6pPr>
                      <a:lvl7pPr marL="2743200" algn="l" defTabSz="914400" rtl="0" eaLnBrk="1" latinLnBrk="0" hangingPunct="1">
                        <a:defRPr sz="1800" kern="1200">
                          <a:solidFill>
                            <a:schemeClr val="tx1"/>
                          </a:solidFill>
                          <a:latin typeface="Arial Narrow"/>
                        </a:defRPr>
                      </a:lvl7pPr>
                      <a:lvl8pPr marL="3200400" algn="l" defTabSz="914400" rtl="0" eaLnBrk="1" latinLnBrk="0" hangingPunct="1">
                        <a:defRPr sz="1800" kern="1200">
                          <a:solidFill>
                            <a:schemeClr val="tx1"/>
                          </a:solidFill>
                          <a:latin typeface="Arial Narrow"/>
                        </a:defRPr>
                      </a:lvl8pPr>
                      <a:lvl9pPr marL="3657600" algn="l" defTabSz="914400" rtl="0" eaLnBrk="1" latinLnBrk="0" hangingPunct="1">
                        <a:defRPr sz="1800" kern="1200">
                          <a:solidFill>
                            <a:schemeClr val="tx1"/>
                          </a:solidFill>
                          <a:latin typeface="Arial Narrow"/>
                        </a:defRPr>
                      </a:lvl9pPr>
                    </a:lstStyle>
                    <a:p>
                      <a:pPr algn="ctr" fontAlgn="ctr"/>
                      <a:r>
                        <a:rPr lang="ar-JO" sz="1200" b="1" i="0" u="none" strike="noStrike" dirty="0">
                          <a:solidFill>
                            <a:srgbClr val="FFFFFF"/>
                          </a:solidFill>
                          <a:effectLst/>
                          <a:latin typeface="Tajawal" panose="00000500000000000000" pitchFamily="2" charset="-78"/>
                          <a:cs typeface="Tajawal" panose="00000500000000000000" pitchFamily="2" charset="-78"/>
                        </a:rPr>
                        <a:t>المسؤول</a:t>
                      </a:r>
                      <a:endParaRPr lang="en-US" sz="1200" b="1" i="0" u="none" strike="noStrike" dirty="0">
                        <a:solidFill>
                          <a:srgbClr val="FFFFFF"/>
                        </a:solidFill>
                        <a:effectLst/>
                        <a:latin typeface="Tajawal" panose="00000500000000000000" pitchFamily="2" charset="-78"/>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594C"/>
                    </a:solidFill>
                  </a:tcPr>
                </a:tc>
                <a:tc>
                  <a:txBody>
                    <a:bodyPr/>
                    <a:lstStyle/>
                    <a:p>
                      <a:pPr algn="ctr" fontAlgn="ctr"/>
                      <a:r>
                        <a:rPr lang="ar-JO" sz="1200" b="1" i="0" u="none" strike="noStrike" dirty="0">
                          <a:solidFill>
                            <a:srgbClr val="FFFFFF"/>
                          </a:solidFill>
                          <a:effectLst/>
                          <a:latin typeface="Tajawal" panose="00000500000000000000" pitchFamily="2" charset="-78"/>
                          <a:cs typeface="Tajawal" panose="00000500000000000000" pitchFamily="2" charset="-78"/>
                        </a:rPr>
                        <a:t>الحالة</a:t>
                      </a:r>
                      <a:endParaRPr lang="en-US" sz="1200" b="1" i="0" u="none" strike="noStrike" dirty="0">
                        <a:solidFill>
                          <a:srgbClr val="FFFFFF"/>
                        </a:solidFill>
                        <a:effectLst/>
                        <a:latin typeface="Tajawal" panose="00000500000000000000" pitchFamily="2" charset="-78"/>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594C"/>
                    </a:solidFill>
                  </a:tcPr>
                </a:tc>
                <a:extLst>
                  <a:ext uri="{0D108BD9-81ED-4DB2-BD59-A6C34878D82A}">
                    <a16:rowId xmlns:a16="http://schemas.microsoft.com/office/drawing/2014/main" val="3588802366"/>
                  </a:ext>
                </a:extLst>
              </a:tr>
              <a:tr h="681984">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5</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r" defTabSz="914400" rtl="1" eaLnBrk="1" latinLnBrk="0" hangingPunct="1">
                        <a:buNone/>
                      </a:pPr>
                      <a:r>
                        <a:rPr lang="ar-SA"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عدم جاهزية مرحلة التحليل لخدمتي (البيت العائلي والأمانات)، وذلك لعدم تأكيدها واعتمادها في المرحلة السابقة مع فريق شركة يونيكوم</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80250" marR="80250" marT="40125" marB="401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خطر</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الجدول الزمني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متطلبات الأعمال</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عالي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عالي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r" rtl="1">
                        <a:buNone/>
                      </a:pPr>
                      <a:r>
                        <a:rPr lang="ar-SA" sz="1000" b="1" strike="noStrike" kern="100" dirty="0">
                          <a:solidFill>
                            <a:schemeClr val="tx1"/>
                          </a:solidFill>
                          <a:effectLst/>
                          <a:latin typeface="Tajawal" panose="00000500000000000000" pitchFamily="2" charset="-78"/>
                          <a:ea typeface="+mn-ea"/>
                          <a:cs typeface="Tajawal" panose="00000500000000000000" pitchFamily="2" charset="-78"/>
                        </a:rPr>
                        <a:t>عقد الأجتماعات مع الأدارات المعنية والتأكيد على المتطلبات التقنية والفنية  والحصول على تأكيد رسمي من المديرية بشأن إدراج أو استبعاد خدمة الأمانات من النطاق.</a:t>
                      </a:r>
                      <a:endParaRPr lang="en-US"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80250" marR="80250" marT="40125" marB="401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sngStrike" kern="100" dirty="0">
                          <a:solidFill>
                            <a:schemeClr val="tx1"/>
                          </a:solidFill>
                          <a:effectLst/>
                          <a:latin typeface="Tajawal" panose="00000500000000000000" pitchFamily="2" charset="-78"/>
                          <a:ea typeface="+mn-ea"/>
                          <a:cs typeface="Tajawal" panose="00000500000000000000" pitchFamily="2" charset="-78"/>
                        </a:rPr>
                        <a:t>11 فبراير 2026</a:t>
                      </a:r>
                    </a:p>
                    <a:p>
                      <a:pPr marL="0" marR="0" lvl="0" indent="0" algn="ctr" defTabSz="914400" rtl="1" eaLnBrk="1" fontAlgn="auto" latinLnBrk="0" hangingPunct="1">
                        <a:lnSpc>
                          <a:spcPct val="100000"/>
                        </a:lnSpc>
                        <a:spcBef>
                          <a:spcPts val="0"/>
                        </a:spcBef>
                        <a:spcAft>
                          <a:spcPts val="0"/>
                        </a:spcAft>
                        <a:buClrTx/>
                        <a:buSzTx/>
                        <a:buFontTx/>
                        <a:buNone/>
                        <a:tabLst/>
                        <a:defRPr/>
                      </a:pPr>
                      <a:r>
                        <a:rPr lang="en-US" sz="1000" b="1" strike="noStrike" kern="100" dirty="0">
                          <a:solidFill>
                            <a:schemeClr val="tx1"/>
                          </a:solidFill>
                          <a:effectLst/>
                          <a:latin typeface="Tajawal" panose="00000500000000000000" pitchFamily="2" charset="-78"/>
                          <a:ea typeface="+mn-ea"/>
                          <a:cs typeface="Tajawal" panose="00000500000000000000" pitchFamily="2" charset="-78"/>
                        </a:rPr>
                        <a:t>19</a:t>
                      </a:r>
                      <a:r>
                        <a:rPr lang="ar-LB" sz="1000" b="1" strike="noStrike" kern="100" dirty="0">
                          <a:solidFill>
                            <a:schemeClr val="tx1"/>
                          </a:solidFill>
                          <a:effectLst/>
                          <a:latin typeface="Tajawal" panose="00000500000000000000" pitchFamily="2" charset="-78"/>
                          <a:ea typeface="+mn-ea"/>
                          <a:cs typeface="Tajawal" panose="00000500000000000000" pitchFamily="2" charset="-78"/>
                        </a:rPr>
                        <a:t> فبراير 2026</a:t>
                      </a:r>
                      <a:endParaRPr lang="en-US" sz="1000" b="1" strike="noStrike" kern="100" dirty="0">
                        <a:solidFill>
                          <a:schemeClr val="tx1"/>
                        </a:solidFill>
                        <a:effectLst/>
                        <a:latin typeface="Tajawal" panose="00000500000000000000" pitchFamily="2" charset="-78"/>
                        <a:ea typeface="+mn-ea"/>
                        <a:cs typeface="Tajawal" panose="00000500000000000000" pitchFamily="2" charset="-78"/>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معاذ بكر </a:t>
                      </a:r>
                    </a:p>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نايف السبيعي </a:t>
                      </a:r>
                      <a:r>
                        <a:rPr lang="en-US" sz="1000" b="1" strike="noStrike" kern="100" dirty="0">
                          <a:solidFill>
                            <a:schemeClr val="tx1"/>
                          </a:solidFill>
                          <a:effectLst/>
                          <a:latin typeface="Tajawal" panose="00000500000000000000" pitchFamily="2" charset="-78"/>
                          <a:ea typeface="+mn-ea"/>
                          <a:cs typeface="Tajawal" panose="00000500000000000000" pitchFamily="2" charset="-78"/>
                        </a:rPr>
                        <a:t>(PGD)</a:t>
                      </a:r>
                      <a:endParaRPr lang="ar-LB"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متأخر</a:t>
                      </a:r>
                      <a:endParaRPr lang="en-US"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02027175"/>
                  </a:ext>
                </a:extLst>
              </a:tr>
              <a:tr h="681984">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6</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000" b="1" strike="noStrike" kern="100" dirty="0">
                          <a:solidFill>
                            <a:schemeClr val="tx1"/>
                          </a:solidFill>
                          <a:effectLst/>
                          <a:latin typeface="Tajawal" panose="00000500000000000000" pitchFamily="2" charset="-78"/>
                          <a:ea typeface="+mn-ea"/>
                          <a:cs typeface="Tajawal" panose="00000500000000000000" pitchFamily="2" charset="-78"/>
                        </a:rPr>
                        <a:t>عدم تأكيد اعتماد تطوير تطبيق جوال ضمن نطاق المشروع أو الاكتفاء بالبوابة المتجاوبة.</a:t>
                      </a:r>
                      <a:endParaRPr lang="en-US"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80250" marR="80250" marT="40125" marB="401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خطر</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الجدول الزمني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مرحلة التصميم والتطوير</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عالي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عالي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a:r>
                        <a:rPr lang="ar-SA" sz="1000" b="1" strike="noStrike" kern="100" dirty="0">
                          <a:solidFill>
                            <a:schemeClr val="tx1"/>
                          </a:solidFill>
                          <a:effectLst/>
                          <a:latin typeface="Tajawal" panose="00000500000000000000" pitchFamily="2" charset="-78"/>
                          <a:cs typeface="Tajawal" panose="00000500000000000000" pitchFamily="2" charset="-78"/>
                        </a:rPr>
                        <a:t>طلب قرار رسمي ومعتمد من المديرية لتأكيد اعتماد تطوير تطبيق الجوال أو الاكتفاء باستخدام البوابة المتجاوبة</a:t>
                      </a:r>
                    </a:p>
                  </a:txBody>
                  <a:tcPr marL="80250" marR="80250" marT="40125" marB="401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sngStrike" kern="100" dirty="0">
                          <a:solidFill>
                            <a:schemeClr val="tx1"/>
                          </a:solidFill>
                          <a:effectLst/>
                          <a:latin typeface="Tajawal" panose="00000500000000000000" pitchFamily="2" charset="-78"/>
                          <a:ea typeface="+mn-ea"/>
                          <a:cs typeface="Tajawal" panose="00000500000000000000" pitchFamily="2" charset="-78"/>
                        </a:rPr>
                        <a:t>11 فبراير 2026</a:t>
                      </a:r>
                    </a:p>
                    <a:p>
                      <a:pPr marL="0" marR="0" lvl="0" indent="0" algn="ctr" defTabSz="914400" rtl="1" eaLnBrk="1" fontAlgn="auto" latinLnBrk="0" hangingPunct="1">
                        <a:lnSpc>
                          <a:spcPct val="100000"/>
                        </a:lnSpc>
                        <a:spcBef>
                          <a:spcPts val="0"/>
                        </a:spcBef>
                        <a:spcAft>
                          <a:spcPts val="0"/>
                        </a:spcAft>
                        <a:buClrTx/>
                        <a:buSzTx/>
                        <a:buFontTx/>
                        <a:buNone/>
                        <a:tabLst/>
                        <a:defRPr/>
                      </a:pPr>
                      <a:r>
                        <a:rPr lang="en-US" sz="1000" b="1" strike="noStrike" kern="100" dirty="0">
                          <a:solidFill>
                            <a:schemeClr val="tx1"/>
                          </a:solidFill>
                          <a:effectLst/>
                          <a:latin typeface="Tajawal" panose="00000500000000000000" pitchFamily="2" charset="-78"/>
                          <a:ea typeface="+mn-ea"/>
                          <a:cs typeface="Tajawal" panose="00000500000000000000" pitchFamily="2" charset="-78"/>
                        </a:rPr>
                        <a:t>19</a:t>
                      </a:r>
                      <a:r>
                        <a:rPr lang="ar-LB" sz="1000" b="1" strike="noStrike" kern="100" dirty="0">
                          <a:solidFill>
                            <a:schemeClr val="tx1"/>
                          </a:solidFill>
                          <a:effectLst/>
                          <a:latin typeface="Tajawal" panose="00000500000000000000" pitchFamily="2" charset="-78"/>
                          <a:ea typeface="+mn-ea"/>
                          <a:cs typeface="Tajawal" panose="00000500000000000000" pitchFamily="2" charset="-78"/>
                        </a:rPr>
                        <a:t> فبراير 2026</a:t>
                      </a:r>
                      <a:endParaRPr lang="en-US"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معاذ بكر </a:t>
                      </a:r>
                    </a:p>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نايف السبيعي </a:t>
                      </a:r>
                      <a:r>
                        <a:rPr lang="en-US" sz="1000" b="1" strike="noStrike" kern="100" dirty="0">
                          <a:solidFill>
                            <a:schemeClr val="tx1"/>
                          </a:solidFill>
                          <a:effectLst/>
                          <a:latin typeface="Tajawal" panose="00000500000000000000" pitchFamily="2" charset="-78"/>
                          <a:ea typeface="+mn-ea"/>
                          <a:cs typeface="Tajawal" panose="00000500000000000000" pitchFamily="2" charset="-78"/>
                        </a:rPr>
                        <a:t>(PGD)</a:t>
                      </a:r>
                      <a:endParaRPr lang="ar-LB"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a:solidFill>
                            <a:schemeClr val="tx1"/>
                          </a:solidFill>
                          <a:effectLst/>
                          <a:latin typeface="Tajawal" panose="00000500000000000000" pitchFamily="2" charset="-78"/>
                          <a:ea typeface="+mn-ea"/>
                          <a:cs typeface="Tajawal" panose="00000500000000000000" pitchFamily="2" charset="-78"/>
                        </a:rPr>
                        <a:t>قيد المعالجة</a:t>
                      </a:r>
                      <a:endParaRPr lang="en-US" sz="1000" b="1" strike="noStrike" kern="100">
                        <a:solidFill>
                          <a:schemeClr val="tx1"/>
                        </a:solidFill>
                        <a:effectLst/>
                        <a:latin typeface="Tajawal" panose="00000500000000000000" pitchFamily="2" charset="-78"/>
                        <a:ea typeface="+mn-ea"/>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8488626"/>
                  </a:ext>
                </a:extLst>
              </a:tr>
              <a:tr h="681984">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7</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r" defTabSz="914400" rtl="1" eaLnBrk="1" latinLnBrk="0" hangingPunct="1">
                        <a:buNone/>
                      </a:pPr>
                      <a:r>
                        <a:rPr lang="ar-SA"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تكرار التعديلات على سير العمل لخدمة طلب النقل والخروج للضرورة "وثيقة متطلبات الأعمال معتمدة" </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80250" marR="80250" marT="40125" marB="401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تحدي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الجدول الزمني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متطلبات الأعمال</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عالي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عالي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000" b="1" strike="noStrike" kern="100" dirty="0">
                          <a:solidFill>
                            <a:schemeClr val="tx1"/>
                          </a:solidFill>
                          <a:effectLst/>
                          <a:latin typeface="Tajawal" panose="00000500000000000000" pitchFamily="2" charset="-78"/>
                          <a:ea typeface="+mn-ea"/>
                          <a:cs typeface="Tajawal" panose="00000500000000000000" pitchFamily="2" charset="-78"/>
                        </a:rPr>
                        <a:t> اعتماد تنفيذ أي تعديلات على سير العمل فقط من خلال آلية إدارة التغيير المعتمدة, وربط أي تعديل بتقييم أثر معتمد يوضح تأثيره على النطاق والجدول الزمني قبل التنفيذ. عقد أجتماع مع المديرية لأعتماد سير العمل النهائي قبل البدء بالتطوير</a:t>
                      </a:r>
                      <a:endParaRPr lang="en-US"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80250" marR="80250" marT="40125" marB="401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15 فبراير 2026</a:t>
                      </a:r>
                      <a:endParaRPr lang="en-US"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معاذ بكر </a:t>
                      </a:r>
                    </a:p>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نايف السبيعي </a:t>
                      </a:r>
                      <a:r>
                        <a:rPr lang="en-US" sz="1000" b="1" strike="noStrike" kern="100" dirty="0">
                          <a:solidFill>
                            <a:schemeClr val="tx1"/>
                          </a:solidFill>
                          <a:effectLst/>
                          <a:latin typeface="Tajawal" panose="00000500000000000000" pitchFamily="2" charset="-78"/>
                          <a:ea typeface="+mn-ea"/>
                          <a:cs typeface="Tajawal" panose="00000500000000000000" pitchFamily="2" charset="-78"/>
                        </a:rPr>
                        <a:t>(PGD)</a:t>
                      </a:r>
                      <a:endParaRPr lang="ar-LB"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تمت المعالجة</a:t>
                      </a:r>
                      <a:endParaRPr lang="en-US"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3676041"/>
                  </a:ext>
                </a:extLst>
              </a:tr>
              <a:tr h="681984">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8</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عدم </a:t>
                      </a:r>
                      <a:r>
                        <a:rPr lang="ar-SA" sz="1000" b="1" strike="noStrike" kern="100" dirty="0">
                          <a:solidFill>
                            <a:schemeClr val="tx1"/>
                          </a:solidFill>
                          <a:effectLst/>
                          <a:latin typeface="Tajawal" panose="00000500000000000000" pitchFamily="2" charset="-78"/>
                          <a:ea typeface="+mn-ea"/>
                          <a:cs typeface="Tajawal" panose="00000500000000000000" pitchFamily="2" charset="-78"/>
                        </a:rPr>
                        <a:t>الالتزام بالجدول الزمني المعتمد</a:t>
                      </a:r>
                      <a:endParaRPr lang="en-US"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80250" marR="80250" marT="40125" marB="401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تحدي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الجدول الزمني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إدارة المشروع</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عالي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rtl="1">
                        <a:buNone/>
                      </a:pPr>
                      <a:r>
                        <a:rPr lang="ar-LB"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عالي</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3901" marR="3901" marT="39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rPr>
                        <a:t>المتابعة الدورية مع أصحاب المصلحة، والتصعيد المبكر في حال وجود أي تأخير مؤثر على الجدول الزمني المعتمد.</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ar-SA" sz="1000" b="1" strike="noStrike" kern="100" dirty="0">
                          <a:solidFill>
                            <a:schemeClr val="tx1"/>
                          </a:solidFill>
                          <a:effectLst/>
                          <a:latin typeface="Tajawal" panose="00000500000000000000" pitchFamily="2" charset="-78"/>
                          <a:cs typeface="Tajawal" panose="00000500000000000000" pitchFamily="2" charset="-78"/>
                        </a:rPr>
                        <a:t>تنفيذ بعض أنشطة المشروع بشكل متوازي لتسريع تنفيذ الأعمال</a:t>
                      </a:r>
                      <a:endParaRPr lang="en-US" sz="1000" b="1" strike="noStrike" kern="100" dirty="0">
                        <a:solidFill>
                          <a:schemeClr val="tx1"/>
                        </a:solidFill>
                        <a:effectLst/>
                        <a:latin typeface="Tajawal" panose="00000500000000000000" pitchFamily="2" charset="-78"/>
                        <a:ea typeface="Careem" panose="00000500000000000000" pitchFamily="50" charset="-78"/>
                        <a:cs typeface="Tajawal" panose="00000500000000000000" pitchFamily="2" charset="-78"/>
                      </a:endParaRPr>
                    </a:p>
                  </a:txBody>
                  <a:tcPr marL="80250" marR="80250" marT="40125" marB="401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مستمر</a:t>
                      </a:r>
                      <a:endParaRPr lang="en-US"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طوعة السندي</a:t>
                      </a:r>
                      <a:endParaRPr lang="en-US" sz="1000" b="1" strike="noStrike" kern="100" dirty="0">
                        <a:solidFill>
                          <a:schemeClr val="tx1"/>
                        </a:solidFill>
                        <a:effectLst/>
                        <a:latin typeface="Tajawal" panose="00000500000000000000" pitchFamily="2" charset="-78"/>
                        <a:ea typeface="+mn-ea"/>
                        <a:cs typeface="Tajawal" panose="00000500000000000000" pitchFamily="2" charset="-78"/>
                      </a:endParaRPr>
                    </a:p>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معاذ البكر</a:t>
                      </a: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LB" sz="1000" b="1" strike="noStrike" kern="100" dirty="0">
                          <a:solidFill>
                            <a:schemeClr val="tx1"/>
                          </a:solidFill>
                          <a:effectLst/>
                          <a:latin typeface="Tajawal" panose="00000500000000000000" pitchFamily="2" charset="-78"/>
                          <a:ea typeface="+mn-ea"/>
                          <a:cs typeface="Tajawal" panose="00000500000000000000" pitchFamily="2" charset="-78"/>
                        </a:rPr>
                        <a:t>قيد المعالجة</a:t>
                      </a:r>
                      <a:endParaRPr lang="en-US" sz="1000" b="1" strike="noStrike" kern="100" dirty="0">
                        <a:solidFill>
                          <a:schemeClr val="tx1"/>
                        </a:solidFill>
                        <a:effectLst/>
                        <a:latin typeface="Tajawal" panose="00000500000000000000" pitchFamily="2" charset="-78"/>
                        <a:ea typeface="+mn-ea"/>
                        <a:cs typeface="Tajawal" panose="00000500000000000000" pitchFamily="2" charset="-78"/>
                      </a:endParaRPr>
                    </a:p>
                  </a:txBody>
                  <a:tcPr marL="4509" marR="4509" marT="4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4200332"/>
                  </a:ext>
                </a:extLst>
              </a:tr>
            </a:tbl>
          </a:graphicData>
        </a:graphic>
      </p:graphicFrame>
      <p:sp>
        <p:nvSpPr>
          <p:cNvPr id="2" name="Text Placeholder 1">
            <a:extLst>
              <a:ext uri="{FF2B5EF4-FFF2-40B4-BE49-F238E27FC236}">
                <a16:creationId xmlns:a16="http://schemas.microsoft.com/office/drawing/2014/main" id="{C528D187-CF38-AC7D-8220-A8EA55B0712E}"/>
              </a:ext>
            </a:extLst>
          </p:cNvPr>
          <p:cNvSpPr txBox="1">
            <a:spLocks/>
          </p:cNvSpPr>
          <p:nvPr/>
        </p:nvSpPr>
        <p:spPr>
          <a:xfrm>
            <a:off x="4476894" y="470647"/>
            <a:ext cx="3931947" cy="418264"/>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ar-SA" b="1" dirty="0">
                <a:latin typeface="Tajawal" panose="00000500000000000000" pitchFamily="2" charset="-78"/>
                <a:cs typeface="Tajawal" panose="00000500000000000000" pitchFamily="2" charset="-78"/>
              </a:rPr>
              <a:t>التحديات والمخاطر</a:t>
            </a:r>
            <a:endParaRPr lang="en-US" b="1" dirty="0">
              <a:latin typeface="Tajawal" panose="00000500000000000000" pitchFamily="2" charset="-78"/>
              <a:cs typeface="Tajawal" panose="00000500000000000000" pitchFamily="2" charset="-78"/>
            </a:endParaRPr>
          </a:p>
        </p:txBody>
      </p:sp>
    </p:spTree>
    <p:extLst>
      <p:ext uri="{BB962C8B-B14F-4D97-AF65-F5344CB8AC3E}">
        <p14:creationId xmlns:p14="http://schemas.microsoft.com/office/powerpoint/2010/main" val="387513445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1">
            <a:extLst>
              <a:ext uri="{FF2B5EF4-FFF2-40B4-BE49-F238E27FC236}">
                <a16:creationId xmlns:a16="http://schemas.microsoft.com/office/drawing/2014/main" id="{AC85EB2C-D32B-56F9-A5DF-DAE961B199DB}"/>
              </a:ext>
            </a:extLst>
          </p:cNvPr>
          <p:cNvSpPr txBox="1">
            <a:spLocks/>
          </p:cNvSpPr>
          <p:nvPr/>
        </p:nvSpPr>
        <p:spPr>
          <a:xfrm>
            <a:off x="5981700" y="2701586"/>
            <a:ext cx="5556068" cy="1683428"/>
          </a:xfrm>
          <a:prstGeom prst="rect">
            <a:avLst/>
          </a:prstGeom>
        </p:spPr>
        <p:txBody>
          <a:bodyPr anchor="ctr"/>
          <a:lstStyle>
            <a:lvl1pPr marL="0" indent="0" algn="l" defTabSz="914400" rtl="0" eaLnBrk="1" latinLnBrk="0" hangingPunct="1">
              <a:lnSpc>
                <a:spcPct val="90000"/>
              </a:lnSpc>
              <a:spcBef>
                <a:spcPts val="1000"/>
              </a:spcBef>
              <a:buFont typeface="Arial" panose="020B0604020202020204" pitchFamily="34" charset="0"/>
              <a:buNone/>
              <a:defRPr sz="4800" b="1" kern="1200">
                <a:solidFill>
                  <a:schemeClr val="accent2"/>
                </a:solidFill>
                <a:effectLst/>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ar-JO" dirty="0">
                <a:solidFill>
                  <a:schemeClr val="bg1"/>
                </a:solidFill>
                <a:latin typeface="Tajawal" panose="00000500000000000000" pitchFamily="2" charset="-78"/>
                <a:cs typeface="Tajawal" panose="00000500000000000000" pitchFamily="2" charset="-78"/>
              </a:rPr>
              <a:t>شكراً</a:t>
            </a:r>
            <a:endParaRPr lang="en-US" dirty="0">
              <a:solidFill>
                <a:schemeClr val="bg1"/>
              </a:solidFill>
              <a:latin typeface="Tajawal" panose="00000500000000000000" pitchFamily="2" charset="-78"/>
              <a:cs typeface="Tajawal" panose="00000500000000000000" pitchFamily="2" charset="-78"/>
            </a:endParaRPr>
          </a:p>
        </p:txBody>
      </p:sp>
    </p:spTree>
    <p:extLst>
      <p:ext uri="{BB962C8B-B14F-4D97-AF65-F5344CB8AC3E}">
        <p14:creationId xmlns:p14="http://schemas.microsoft.com/office/powerpoint/2010/main" val="16256107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XTBOX" val="Tex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xml><?xml version="1.0" encoding="utf-8"?>
<p:tagLst xmlns:a="http://schemas.openxmlformats.org/drawingml/2006/main" xmlns:r="http://schemas.openxmlformats.org/officeDocument/2006/relationships" xmlns:p="http://schemas.openxmlformats.org/presentationml/2006/main">
  <p:tag name="SHAPENAME" val="Slide Number"/>
</p:tagLst>
</file>

<file path=ppt/theme/theme1.xml><?xml version="1.0" encoding="utf-8"?>
<a:theme xmlns:a="http://schemas.openxmlformats.org/drawingml/2006/main" name="15_Custom Design">
  <a:themeElements>
    <a:clrScheme name="sami COLORS">
      <a:dk1>
        <a:sysClr val="windowText" lastClr="000000"/>
      </a:dk1>
      <a:lt1>
        <a:sysClr val="window" lastClr="FFFFFF"/>
      </a:lt1>
      <a:dk2>
        <a:srgbClr val="758592"/>
      </a:dk2>
      <a:lt2>
        <a:srgbClr val="EFF1F2"/>
      </a:lt2>
      <a:accent1>
        <a:srgbClr val="264B59"/>
      </a:accent1>
      <a:accent2>
        <a:srgbClr val="67818A"/>
      </a:accent2>
      <a:accent3>
        <a:srgbClr val="A8B7BD"/>
      </a:accent3>
      <a:accent4>
        <a:srgbClr val="60A731"/>
      </a:accent4>
      <a:accent5>
        <a:srgbClr val="8FC16E"/>
      </a:accent5>
      <a:accent6>
        <a:srgbClr val="BFDCAD"/>
      </a:accent6>
      <a:hlink>
        <a:srgbClr val="0563C1"/>
      </a:hlink>
      <a:folHlink>
        <a:srgbClr val="954F72"/>
      </a:folHlink>
    </a:clrScheme>
    <a:fontScheme name="Smar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rgbClr val="FFC000"/>
        </a:solidFill>
        <a:ln>
          <a:noFill/>
        </a:ln>
        <a:effectLst/>
      </a:spPr>
      <a:bodyPr/>
      <a:lstStyle>
        <a:defPPr eaLnBrk="0" fontAlgn="base" hangingPunct="0">
          <a:spcBef>
            <a:spcPct val="0"/>
          </a:spcBef>
          <a:spcAft>
            <a:spcPct val="0"/>
          </a:spcAft>
          <a:buClr>
            <a:srgbClr val="000000"/>
          </a:buClr>
          <a:buFont typeface="Wingdings" pitchFamily="2" charset="2"/>
          <a:buNone/>
          <a:defRPr sz="1200" dirty="0" smtClean="0">
            <a:solidFill>
              <a:srgbClr val="000000"/>
            </a:solidFill>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ection-Cover">
  <a:themeElements>
    <a:clrScheme name="Custom 2">
      <a:dk1>
        <a:sysClr val="windowText" lastClr="000000"/>
      </a:dk1>
      <a:lt1>
        <a:sysClr val="window" lastClr="FFFFFF"/>
      </a:lt1>
      <a:dk2>
        <a:srgbClr val="274E5A"/>
      </a:dk2>
      <a:lt2>
        <a:srgbClr val="E7E6E6"/>
      </a:lt2>
      <a:accent1>
        <a:srgbClr val="274E5A"/>
      </a:accent1>
      <a:accent2>
        <a:srgbClr val="64A830"/>
      </a:accent2>
      <a:accent3>
        <a:srgbClr val="16393F"/>
      </a:accent3>
      <a:accent4>
        <a:srgbClr val="A7AFAF"/>
      </a:accent4>
      <a:accent5>
        <a:srgbClr val="E15D1A"/>
      </a:accent5>
      <a:accent6>
        <a:srgbClr val="E3C11C"/>
      </a:accent6>
      <a:hlink>
        <a:srgbClr val="0563C1"/>
      </a:hlink>
      <a:folHlink>
        <a:srgbClr val="954F72"/>
      </a:folHlink>
    </a:clrScheme>
    <a:fontScheme name="AEC-Font">
      <a:majorFont>
        <a:latin typeface="DIN Next LT Arabic"/>
        <a:ea typeface=""/>
        <a:cs typeface="DIN Next LT Arabic"/>
      </a:majorFont>
      <a:minorFont>
        <a:latin typeface="DIN Next LT Arabic Light"/>
        <a:ea typeface=""/>
        <a:cs typeface="DIN Next LT Arabic Light"/>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81E8A2C7F4D73409E726A83D9035E32" ma:contentTypeVersion="20" ma:contentTypeDescription="Create a new document." ma:contentTypeScope="" ma:versionID="4dc0d797b480c96348fd580e02a3b9f5">
  <xsd:schema xmlns:xsd="http://www.w3.org/2001/XMLSchema" xmlns:xs="http://www.w3.org/2001/XMLSchema" xmlns:p="http://schemas.microsoft.com/office/2006/metadata/properties" xmlns:ns2="75c39eae-9c93-41b1-b8c9-ae8f1746711e" xmlns:ns3="0d596873-1791-4cfb-94b2-4eba9b024fb9" targetNamespace="http://schemas.microsoft.com/office/2006/metadata/properties" ma:root="true" ma:fieldsID="21048fedbccc4335d5466b3adbef5022" ns2:_="" ns3:_="">
    <xsd:import namespace="75c39eae-9c93-41b1-b8c9-ae8f1746711e"/>
    <xsd:import namespace="0d596873-1791-4cfb-94b2-4eba9b024fb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ShowOnline" minOccurs="0"/>
                <xsd:element ref="ns2:MediaServiceDateTaken" minOccurs="0"/>
                <xsd:element ref="ns2:lcf76f155ced4ddcb4097134ff3c332f" minOccurs="0"/>
                <xsd:element ref="ns3:TaxCatchAll" minOccurs="0"/>
                <xsd:element ref="ns2:MediaServiceObjectDetectorVersions" minOccurs="0"/>
                <xsd:element ref="ns2:MediaServiceSearchProperties" minOccurs="0"/>
                <xsd:element ref="ns2:MediaLengthInSecond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c39eae-9c93-41b1-b8c9-ae8f174671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ShowOnline" ma:index="18" nillable="true" ma:displayName="Show Online" ma:format="Dropdown" ma:internalName="ShowOnline">
      <xsd:simpleType>
        <xsd:restriction base="dms:Choice">
          <xsd:enumeration value="Yes"/>
          <xsd:enumeration value="No"/>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5b3b2153-8899-49fd-bb67-1ae31c83c02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LengthInSeconds" ma:index="25" nillable="true" ma:displayName="MediaLengthInSeconds" ma:hidden="true" ma:internalName="MediaLengthInSeconds" ma:readOnly="true">
      <xsd:simpleType>
        <xsd:restriction base="dms:Unknown"/>
      </xsd:simpleType>
    </xsd:element>
    <xsd:element name="MediaServiceLocation" ma:index="26" nillable="true" ma:displayName="Location" ma:description="" ma:indexed="true" ma:internalName="MediaServiceLocation"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d596873-1791-4cfb-94b2-4eba9b024fb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e0eed8e5-7b46-49c6-9ec7-4835dddce3c2}" ma:internalName="TaxCatchAll" ma:showField="CatchAllData" ma:web="0d596873-1791-4cfb-94b2-4eba9b024f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sisl xmlns:xsd="http://www.w3.org/2001/XMLSchema" xmlns:xsi="http://www.w3.org/2001/XMLSchema-instance" xmlns="http://www.boldonjames.com/2008/01/sie/internal/label" sislVersion="0" policy="0f0093bf-7bd3-4a50-b8f1-ade39314890d" origin="userSelected">
  <element uid="id_classification_nonbusiness" value=""/>
</sisl>
</file>

<file path=customXml/item3.xml><?xml version="1.0" encoding="utf-8"?>
<p:properties xmlns:p="http://schemas.microsoft.com/office/2006/metadata/properties" xmlns:xsi="http://www.w3.org/2001/XMLSchema-instance" xmlns:pc="http://schemas.microsoft.com/office/infopath/2007/PartnerControls">
  <documentManagement>
    <TaxCatchAll xmlns="0d596873-1791-4cfb-94b2-4eba9b024fb9" xsi:nil="true"/>
    <ShowOnline xmlns="75c39eae-9c93-41b1-b8c9-ae8f1746711e" xsi:nil="true"/>
    <lcf76f155ced4ddcb4097134ff3c332f xmlns="75c39eae-9c93-41b1-b8c9-ae8f1746711e">
      <Terms xmlns="http://schemas.microsoft.com/office/infopath/2007/PartnerControls"/>
    </lcf76f155ced4ddcb4097134ff3c332f>
  </documentManagement>
</p:properties>
</file>

<file path=customXml/item4.xml><?xml version="1.0" encoding="utf-8"?>
<titus xmlns="http://schemas.titus.com/TitusProperties/">
  <TitusGUID xmlns="">da3fd4bd-3c74-41fb-aefe-bdea1505ffcb</TitusGUID>
  <TitusMetadata xmlns="">eyJucyI6Imh0dHA6XC9cL3d3dy50aXR1cy5jb21cL25zXC9BRUNMIiwicHJvcHMiOlt7Im4iOiJDbGFzc2lmaWNhdGlvbiIsInZhbHMiOlt7InZhbHVlIjoiUHVibGljIn1dfSx7Im4iOiJTdWJDbGFzc2lmaWNhdGlvbnMiLCJ2YWxzIjpbXX0seyJuIjoiUTEiLCJ2YWxzIjpbXX0seyJuIjoiUTIiLCJ2YWxzIjpbXX0seyJuIjoiUTMiLCJ2YWxzIjpbXX1dfQ==</TitusMetadata>
</titus>
</file>

<file path=customXml/item5.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00BA57-CD0B-47E5-AAC0-893EEF79E7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5c39eae-9c93-41b1-b8c9-ae8f1746711e"/>
    <ds:schemaRef ds:uri="0d596873-1791-4cfb-94b2-4eba9b024f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8F85322-69A5-47FB-94AC-1F9B08E9726E}">
  <ds:schemaRefs>
    <ds:schemaRef ds:uri="http://www.boldonjames.com/2008/01/sie/internal/label"/>
    <ds:schemaRef ds:uri="http://www.w3.org/2001/XMLSchema"/>
  </ds:schemaRefs>
</ds:datastoreItem>
</file>

<file path=customXml/itemProps3.xml><?xml version="1.0" encoding="utf-8"?>
<ds:datastoreItem xmlns:ds="http://schemas.openxmlformats.org/officeDocument/2006/customXml" ds:itemID="{0328ABCE-D074-454F-8400-19DB35CBF3B2}">
  <ds:schemaRefs>
    <ds:schemaRef ds:uri="1072bc49-1b34-43c2-ab9f-e9197dad5f79"/>
    <ds:schemaRef ds:uri="a32c37da-888e-4ee5-aa06-996a329342ef"/>
    <ds:schemaRef ds:uri="e7826849-26d3-4967-878e-8e4c8c77790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0d596873-1791-4cfb-94b2-4eba9b024fb9"/>
    <ds:schemaRef ds:uri="75c39eae-9c93-41b1-b8c9-ae8f1746711e"/>
  </ds:schemaRefs>
</ds:datastoreItem>
</file>

<file path=customXml/itemProps4.xml><?xml version="1.0" encoding="utf-8"?>
<ds:datastoreItem xmlns:ds="http://schemas.openxmlformats.org/officeDocument/2006/customXml" ds:itemID="{61B49181-D8E0-446B-9827-0431DADBB668}">
  <ds:schemaRefs>
    <ds:schemaRef ds:uri="http://schemas.titus.com/TitusProperties/"/>
    <ds:schemaRef ds:uri=""/>
  </ds:schemaRefs>
</ds:datastoreItem>
</file>

<file path=customXml/itemProps5.xml><?xml version="1.0" encoding="utf-8"?>
<ds:datastoreItem xmlns:ds="http://schemas.openxmlformats.org/officeDocument/2006/customXml" ds:itemID="{0D6FEBA2-E52A-4A81-B390-8EC99BDA36C2}">
  <ds:schemaRefs>
    <ds:schemaRef ds:uri="http://schemas.microsoft.com/sharepoint/v3/contenttype/forms"/>
  </ds:schemaRefs>
</ds:datastoreItem>
</file>

<file path=docMetadata/LabelInfo.xml><?xml version="1.0" encoding="utf-8"?>
<clbl:labelList xmlns:clbl="http://schemas.microsoft.com/office/2020/mipLabelMetadata">
  <clbl:label id="{2ab2b5d0-18af-4aa0-9010-cb69d0c7b92f}" enabled="0" method="" siteId="{2ab2b5d0-18af-4aa0-9010-cb69d0c7b92f}" removed="1"/>
</clbl:labelList>
</file>

<file path=docProps/app.xml><?xml version="1.0" encoding="utf-8"?>
<Properties xmlns="http://schemas.openxmlformats.org/officeDocument/2006/extended-properties" xmlns:vt="http://schemas.openxmlformats.org/officeDocument/2006/docPropsVTypes">
  <Template/>
  <TotalTime>11799</TotalTime>
  <Words>2276</Words>
  <Application>Microsoft Office PowerPoint</Application>
  <PresentationFormat>Widescreen</PresentationFormat>
  <Paragraphs>712</Paragraphs>
  <Slides>17</Slides>
  <Notes>17</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1</vt:i4>
      </vt:variant>
      <vt:variant>
        <vt:lpstr>Slide Titles</vt:lpstr>
      </vt:variant>
      <vt:variant>
        <vt:i4>17</vt:i4>
      </vt:variant>
    </vt:vector>
  </HeadingPairs>
  <TitlesOfParts>
    <vt:vector size="31" baseType="lpstr">
      <vt:lpstr>Tahoma</vt:lpstr>
      <vt:lpstr>DIN Next LT Arabic Medium</vt:lpstr>
      <vt:lpstr>Calibri</vt:lpstr>
      <vt:lpstr>Arial</vt:lpstr>
      <vt:lpstr>DIN Next LT Arabic Light</vt:lpstr>
      <vt:lpstr>DIN Next LT Arabic</vt:lpstr>
      <vt:lpstr>Symbol</vt:lpstr>
      <vt:lpstr>Microsoft Sans Serif</vt:lpstr>
      <vt:lpstr>Tajawal</vt:lpstr>
      <vt:lpstr>Sakkal Majalla</vt:lpstr>
      <vt:lpstr>Wingdings</vt:lpstr>
      <vt:lpstr>15_Custom Design</vt:lpstr>
      <vt:lpstr>Section-Cover</vt:lpstr>
      <vt:lpstr>think-cell Slide</vt:lpstr>
      <vt:lpstr>مشروع اتمتة إجراءات نزلاء السجون</vt:lpstr>
      <vt:lpstr>جدول الأعمال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Syed Faisal Hasan</dc:creator>
  <cp:keywords>Public</cp:keywords>
  <cp:lastModifiedBy>Tawah Hussain Alsindi</cp:lastModifiedBy>
  <cp:revision>41</cp:revision>
  <cp:lastPrinted>2022-04-20T13:48:27Z</cp:lastPrinted>
  <dcterms:created xsi:type="dcterms:W3CDTF">2022-02-03T07:03:21Z</dcterms:created>
  <dcterms:modified xsi:type="dcterms:W3CDTF">2026-02-17T10:46:40Z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411874e8-b541-43bc-b15f-091ef28bad87</vt:lpwstr>
  </property>
  <property fmtid="{D5CDD505-2E9C-101B-9397-08002B2CF9AE}" pid="3" name="bjClsUserRVM">
    <vt:lpwstr>[]</vt:lpwstr>
  </property>
  <property fmtid="{D5CDD505-2E9C-101B-9397-08002B2CF9AE}" pid="4" name="bjSaver">
    <vt:lpwstr>IuC2d3OPmEj8hCY526hD6329m6sjwQVm</vt:lpwstr>
  </property>
  <property fmtid="{D5CDD505-2E9C-101B-9397-08002B2CF9AE}" pid="5" name="_dlc_DocIdItemGuid">
    <vt:lpwstr>d819ca3c-d16c-45b8-8b64-a17aabb08a70</vt:lpwstr>
  </property>
  <property fmtid="{D5CDD505-2E9C-101B-9397-08002B2CF9AE}" pid="6" name="ContentTypeId">
    <vt:lpwstr>0x010100F81E8A2C7F4D73409E726A83D9035E32</vt:lpwstr>
  </property>
  <property fmtid="{D5CDD505-2E9C-101B-9397-08002B2CF9AE}" pid="7" name="bjDocumentLabelXML">
    <vt:lpwstr>&lt;?xml version="1.0" encoding="us-ascii"?&gt;&lt;sisl xmlns:xsd="http://www.w3.org/2001/XMLSchema" xmlns:xsi="http://www.w3.org/2001/XMLSchema-instance" sislVersion="0" policy="0f0093bf-7bd3-4a50-b8f1-ade39314890d" origin="userSelected" xmlns="http://www.boldonj</vt:lpwstr>
  </property>
  <property fmtid="{D5CDD505-2E9C-101B-9397-08002B2CF9AE}" pid="8" name="bjDocumentLabelXML-0">
    <vt:lpwstr>ames.com/2008/01/sie/internal/label"&gt;&lt;element uid="id_classification_nonbusiness" value="" /&gt;&lt;/sisl&gt;</vt:lpwstr>
  </property>
  <property fmtid="{D5CDD505-2E9C-101B-9397-08002B2CF9AE}" pid="9" name="DLP_Prop">
    <vt:lpwstr>GENERALaec123654789</vt:lpwstr>
  </property>
  <property fmtid="{D5CDD505-2E9C-101B-9397-08002B2CF9AE}" pid="10" name="_2015_ms_pID_725343">
    <vt:lpwstr>(2)sAV9L5ptbExdnzgcrvHkR2ohRzXB6by5PitS2e18m2375tEe1dOp2OfEJgQDLoESmxzXzlx/
+9hXlX2o7szRdmcYseJbc1YGucp/IugdKhBIOXTMcBwJWNiomuweXEnYRVejHVPib4ZCi1u7
czN068NCES29Cje/9qcB8jku0cMTfQYSOqF0PzpM915B3VT5hkpBdJ5pDYMzHsZ9DntTBhLr
nL4IyMrtbP8nHq3hEt</vt:lpwstr>
  </property>
  <property fmtid="{D5CDD505-2E9C-101B-9397-08002B2CF9AE}" pid="11" name="_2015_ms_pID_7253431">
    <vt:lpwstr>Jbq0/uxGRzXA83jnsp1j8V6GWT1Tbsfp/RFmxckfBfGZsnx0yXtU6d
q9c7fv2vzR5sei7JVyjkxyZuHDRSi2tYwSwE8NOOSuSEbCsMKwUL6mkerIBaHxVduC2tlvbV
FT7C2QpTQ3bL/vwtnvBO9chmnzdg4f4hTJZGITtTcHXzxvULQhKnqpo1DcnoZJYn6us=</vt:lpwstr>
  </property>
  <property fmtid="{D5CDD505-2E9C-101B-9397-08002B2CF9AE}" pid="12" name="bjDocumentSecurityLabel">
    <vt:lpwstr>AEC General</vt:lpwstr>
  </property>
  <property fmtid="{D5CDD505-2E9C-101B-9397-08002B2CF9AE}" pid="13" name="MSIP_Label_ce7ded32-6a8c-48b8-8009-ebf9a4e0e083_Enabled">
    <vt:lpwstr>true</vt:lpwstr>
  </property>
  <property fmtid="{D5CDD505-2E9C-101B-9397-08002B2CF9AE}" pid="14" name="MSIP_Label_ce7ded32-6a8c-48b8-8009-ebf9a4e0e083_SetDate">
    <vt:lpwstr>2024-08-27T08:47:30Z</vt:lpwstr>
  </property>
  <property fmtid="{D5CDD505-2E9C-101B-9397-08002B2CF9AE}" pid="15" name="MSIP_Label_ce7ded32-6a8c-48b8-8009-ebf9a4e0e083_Method">
    <vt:lpwstr>Privileged</vt:lpwstr>
  </property>
  <property fmtid="{D5CDD505-2E9C-101B-9397-08002B2CF9AE}" pid="16" name="MSIP_Label_ce7ded32-6a8c-48b8-8009-ebf9a4e0e083_Name">
    <vt:lpwstr>Public - Public</vt:lpwstr>
  </property>
  <property fmtid="{D5CDD505-2E9C-101B-9397-08002B2CF9AE}" pid="17" name="MSIP_Label_ce7ded32-6a8c-48b8-8009-ebf9a4e0e083_SiteId">
    <vt:lpwstr>258ac4e4-146a-411e-9dc8-79a9e12fd6da</vt:lpwstr>
  </property>
  <property fmtid="{D5CDD505-2E9C-101B-9397-08002B2CF9AE}" pid="18" name="MSIP_Label_ce7ded32-6a8c-48b8-8009-ebf9a4e0e083_ActionId">
    <vt:lpwstr>49cc7c57-2ab0-4c86-bc1d-963966a18741</vt:lpwstr>
  </property>
  <property fmtid="{D5CDD505-2E9C-101B-9397-08002B2CF9AE}" pid="19" name="MSIP_Label_ce7ded32-6a8c-48b8-8009-ebf9a4e0e083_ContentBits">
    <vt:lpwstr>2</vt:lpwstr>
  </property>
  <property fmtid="{D5CDD505-2E9C-101B-9397-08002B2CF9AE}" pid="20" name="ClassificationContentMarkingFooterLocations">
    <vt:lpwstr>15_Custom Design:5\Section-Cover:5</vt:lpwstr>
  </property>
  <property fmtid="{D5CDD505-2E9C-101B-9397-08002B2CF9AE}" pid="21" name="ClassificationContentMarkingFooterText">
    <vt:lpwstr>Public</vt:lpwstr>
  </property>
  <property fmtid="{D5CDD505-2E9C-101B-9397-08002B2CF9AE}" pid="22" name="MediaServiceImageTags">
    <vt:lpwstr/>
  </property>
  <property fmtid="{D5CDD505-2E9C-101B-9397-08002B2CF9AE}" pid="23" name="MSIP_Label_b2fae407-4b8d-49dd-87fa-7fc033d56e94_Enabled">
    <vt:lpwstr>true</vt:lpwstr>
  </property>
  <property fmtid="{D5CDD505-2E9C-101B-9397-08002B2CF9AE}" pid="24" name="MSIP_Label_b2fae407-4b8d-49dd-87fa-7fc033d56e94_SetDate">
    <vt:lpwstr>2025-06-23T16:47:36Z</vt:lpwstr>
  </property>
  <property fmtid="{D5CDD505-2E9C-101B-9397-08002B2CF9AE}" pid="25" name="MSIP_Label_b2fae407-4b8d-49dd-87fa-7fc033d56e94_Method">
    <vt:lpwstr>Standard</vt:lpwstr>
  </property>
  <property fmtid="{D5CDD505-2E9C-101B-9397-08002B2CF9AE}" pid="26" name="MSIP_Label_b2fae407-4b8d-49dd-87fa-7fc033d56e94_Name">
    <vt:lpwstr>Internal</vt:lpwstr>
  </property>
  <property fmtid="{D5CDD505-2E9C-101B-9397-08002B2CF9AE}" pid="27" name="MSIP_Label_b2fae407-4b8d-49dd-87fa-7fc033d56e94_SiteId">
    <vt:lpwstr>8fe94e75-6aa9-404b-9267-693f48be5081</vt:lpwstr>
  </property>
  <property fmtid="{D5CDD505-2E9C-101B-9397-08002B2CF9AE}" pid="28" name="MSIP_Label_b2fae407-4b8d-49dd-87fa-7fc033d56e94_ActionId">
    <vt:lpwstr>1f289f94-5ccc-4466-aab6-326fdb554d90</vt:lpwstr>
  </property>
  <property fmtid="{D5CDD505-2E9C-101B-9397-08002B2CF9AE}" pid="29" name="MSIP_Label_b2fae407-4b8d-49dd-87fa-7fc033d56e94_ContentBits">
    <vt:lpwstr>0</vt:lpwstr>
  </property>
  <property fmtid="{D5CDD505-2E9C-101B-9397-08002B2CF9AE}" pid="30" name="TaxKeyword">
    <vt:lpwstr>1;#AEC General|8a73b0a6-2ad2-4d74-9866-d7da8cc6e93f</vt:lpwstr>
  </property>
  <property fmtid="{D5CDD505-2E9C-101B-9397-08002B2CF9AE}" pid="31" name="TitusGUID">
    <vt:lpwstr>da3fd4bd-3c74-41fb-aefe-bdea1505ffcb</vt:lpwstr>
  </property>
  <property fmtid="{D5CDD505-2E9C-101B-9397-08002B2CF9AE}" pid="32" name="Classification">
    <vt:lpwstr>Public</vt:lpwstr>
  </property>
</Properties>
</file>